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50"/>
  </p:notesMasterIdLst>
  <p:sldIdLst>
    <p:sldId id="318" r:id="rId3"/>
    <p:sldId id="259" r:id="rId4"/>
    <p:sldId id="260" r:id="rId5"/>
    <p:sldId id="329" r:id="rId6"/>
    <p:sldId id="319" r:id="rId7"/>
    <p:sldId id="320" r:id="rId8"/>
    <p:sldId id="330" r:id="rId9"/>
    <p:sldId id="321" r:id="rId10"/>
    <p:sldId id="325" r:id="rId11"/>
    <p:sldId id="361" r:id="rId12"/>
    <p:sldId id="362" r:id="rId13"/>
    <p:sldId id="363" r:id="rId14"/>
    <p:sldId id="322" r:id="rId15"/>
    <p:sldId id="323" r:id="rId16"/>
    <p:sldId id="324" r:id="rId17"/>
    <p:sldId id="326" r:id="rId18"/>
    <p:sldId id="327" r:id="rId19"/>
    <p:sldId id="331" r:id="rId20"/>
    <p:sldId id="328" r:id="rId21"/>
    <p:sldId id="338" r:id="rId22"/>
    <p:sldId id="332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34" r:id="rId31"/>
    <p:sldId id="347" r:id="rId32"/>
    <p:sldId id="348" r:id="rId33"/>
    <p:sldId id="349" r:id="rId34"/>
    <p:sldId id="333" r:id="rId35"/>
    <p:sldId id="351" r:id="rId36"/>
    <p:sldId id="335" r:id="rId37"/>
    <p:sldId id="350" r:id="rId38"/>
    <p:sldId id="352" r:id="rId39"/>
    <p:sldId id="353" r:id="rId40"/>
    <p:sldId id="354" r:id="rId41"/>
    <p:sldId id="336" r:id="rId42"/>
    <p:sldId id="337" r:id="rId43"/>
    <p:sldId id="355" r:id="rId44"/>
    <p:sldId id="356" r:id="rId45"/>
    <p:sldId id="357" r:id="rId46"/>
    <p:sldId id="358" r:id="rId47"/>
    <p:sldId id="359" r:id="rId48"/>
    <p:sldId id="360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  <a:srgbClr val="F7FAEE"/>
    <a:srgbClr val="CCFF33"/>
    <a:srgbClr val="594E94"/>
    <a:srgbClr val="7266AE"/>
    <a:srgbClr val="E6ECD5"/>
    <a:srgbClr val="4472C4"/>
    <a:srgbClr val="D4D0E6"/>
    <a:srgbClr val="F0F0F0"/>
    <a:srgbClr val="FFDB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7" autoAdjust="0"/>
    <p:restoredTop sz="96827" autoAdjust="0"/>
  </p:normalViewPr>
  <p:slideViewPr>
    <p:cSldViewPr snapToGrid="0" showGuides="1">
      <p:cViewPr varScale="1">
        <p:scale>
          <a:sx n="76" d="100"/>
          <a:sy n="76" d="100"/>
        </p:scale>
        <p:origin x="132" y="264"/>
      </p:cViewPr>
      <p:guideLst>
        <p:guide orient="horz" pos="252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환수" userId="f1cac8d9-9172-4d6c-9b10-74cb51d57900" providerId="ADAL" clId="{29FFED56-E85D-4D2E-BEA8-C5D4184AE9D0}"/>
    <pc:docChg chg="undo custSel addSld delSld modSld sldOrd modMainMaster">
      <pc:chgData name="강환수" userId="f1cac8d9-9172-4d6c-9b10-74cb51d57900" providerId="ADAL" clId="{29FFED56-E85D-4D2E-BEA8-C5D4184AE9D0}" dt="2022-02-21T06:16:10.145" v="2105" actId="6549"/>
      <pc:docMkLst>
        <pc:docMk/>
      </pc:docMkLst>
      <pc:sldChg chg="addSp delSp">
        <pc:chgData name="강환수" userId="f1cac8d9-9172-4d6c-9b10-74cb51d57900" providerId="ADAL" clId="{29FFED56-E85D-4D2E-BEA8-C5D4184AE9D0}" dt="2022-02-14T23:53:40.753" v="131"/>
        <pc:sldMkLst>
          <pc:docMk/>
          <pc:sldMk cId="203811283" sldId="259"/>
        </pc:sldMkLst>
        <pc:spChg chg="del">
          <ac:chgData name="강환수" userId="f1cac8d9-9172-4d6c-9b10-74cb51d57900" providerId="ADAL" clId="{29FFED56-E85D-4D2E-BEA8-C5D4184AE9D0}" dt="2022-02-14T23:53:39.643" v="130" actId="478"/>
          <ac:spMkLst>
            <pc:docMk/>
            <pc:sldMk cId="203811283" sldId="259"/>
            <ac:spMk id="6" creationId="{4CBF70C0-CE05-4AD0-985A-46C330E18839}"/>
          </ac:spMkLst>
        </pc:spChg>
        <pc:spChg chg="del">
          <ac:chgData name="강환수" userId="f1cac8d9-9172-4d6c-9b10-74cb51d57900" providerId="ADAL" clId="{29FFED56-E85D-4D2E-BEA8-C5D4184AE9D0}" dt="2022-02-14T23:53:39.643" v="130" actId="478"/>
          <ac:spMkLst>
            <pc:docMk/>
            <pc:sldMk cId="203811283" sldId="259"/>
            <ac:spMk id="7" creationId="{71659B62-978D-4463-9FE3-CB3011A6E6A2}"/>
          </ac:spMkLst>
        </pc:spChg>
        <pc:spChg chg="del">
          <ac:chgData name="강환수" userId="f1cac8d9-9172-4d6c-9b10-74cb51d57900" providerId="ADAL" clId="{29FFED56-E85D-4D2E-BEA8-C5D4184AE9D0}" dt="2022-02-14T23:53:39.643" v="130" actId="478"/>
          <ac:spMkLst>
            <pc:docMk/>
            <pc:sldMk cId="203811283" sldId="259"/>
            <ac:spMk id="8" creationId="{9BEA56EE-CF1C-4C3B-8136-BD5F8BA2C865}"/>
          </ac:spMkLst>
        </pc:spChg>
        <pc:spChg chg="add">
          <ac:chgData name="강환수" userId="f1cac8d9-9172-4d6c-9b10-74cb51d57900" providerId="ADAL" clId="{29FFED56-E85D-4D2E-BEA8-C5D4184AE9D0}" dt="2022-02-14T23:53:40.753" v="131"/>
          <ac:spMkLst>
            <pc:docMk/>
            <pc:sldMk cId="203811283" sldId="259"/>
            <ac:spMk id="9" creationId="{1BE445F1-50D6-408F-B214-C57A2B2D4A71}"/>
          </ac:spMkLst>
        </pc:spChg>
        <pc:spChg chg="add">
          <ac:chgData name="강환수" userId="f1cac8d9-9172-4d6c-9b10-74cb51d57900" providerId="ADAL" clId="{29FFED56-E85D-4D2E-BEA8-C5D4184AE9D0}" dt="2022-02-14T23:53:40.753" v="131"/>
          <ac:spMkLst>
            <pc:docMk/>
            <pc:sldMk cId="203811283" sldId="259"/>
            <ac:spMk id="10" creationId="{26F5DEB1-B44C-4B3A-8D4C-6C5319986209}"/>
          </ac:spMkLst>
        </pc:spChg>
        <pc:spChg chg="add">
          <ac:chgData name="강환수" userId="f1cac8d9-9172-4d6c-9b10-74cb51d57900" providerId="ADAL" clId="{29FFED56-E85D-4D2E-BEA8-C5D4184AE9D0}" dt="2022-02-14T23:53:40.753" v="131"/>
          <ac:spMkLst>
            <pc:docMk/>
            <pc:sldMk cId="203811283" sldId="259"/>
            <ac:spMk id="11" creationId="{C6E221CE-1CCF-4123-BE03-2C7AC29EBC26}"/>
          </ac:spMkLst>
        </pc:spChg>
      </pc:sldChg>
      <pc:sldChg chg="modSp">
        <pc:chgData name="강환수" userId="f1cac8d9-9172-4d6c-9b10-74cb51d57900" providerId="ADAL" clId="{29FFED56-E85D-4D2E-BEA8-C5D4184AE9D0}" dt="2022-02-15T02:12:24.620" v="954" actId="6549"/>
        <pc:sldMkLst>
          <pc:docMk/>
          <pc:sldMk cId="4178434389" sldId="260"/>
        </pc:sldMkLst>
        <pc:spChg chg="mod">
          <ac:chgData name="강환수" userId="f1cac8d9-9172-4d6c-9b10-74cb51d57900" providerId="ADAL" clId="{29FFED56-E85D-4D2E-BEA8-C5D4184AE9D0}" dt="2022-02-15T02:12:24.620" v="954" actId="6549"/>
          <ac:spMkLst>
            <pc:docMk/>
            <pc:sldMk cId="4178434389" sldId="260"/>
            <ac:spMk id="4" creationId="{AB37D175-70FE-4BAB-8771-749AD971ECAE}"/>
          </ac:spMkLst>
        </pc:spChg>
      </pc:sldChg>
      <pc:sldChg chg="modSp add">
        <pc:chgData name="강환수" userId="f1cac8d9-9172-4d6c-9b10-74cb51d57900" providerId="ADAL" clId="{29FFED56-E85D-4D2E-BEA8-C5D4184AE9D0}" dt="2022-02-15T03:12:09.048" v="1673" actId="6549"/>
        <pc:sldMkLst>
          <pc:docMk/>
          <pc:sldMk cId="2329785312" sldId="319"/>
        </pc:sldMkLst>
        <pc:spChg chg="mod">
          <ac:chgData name="강환수" userId="f1cac8d9-9172-4d6c-9b10-74cb51d57900" providerId="ADAL" clId="{29FFED56-E85D-4D2E-BEA8-C5D4184AE9D0}" dt="2022-02-14T23:37:23.419" v="6"/>
          <ac:spMkLst>
            <pc:docMk/>
            <pc:sldMk cId="2329785312" sldId="319"/>
            <ac:spMk id="2" creationId="{A1569204-D334-4A13-B569-781F779A58BC}"/>
          </ac:spMkLst>
        </pc:spChg>
        <pc:spChg chg="mod">
          <ac:chgData name="강환수" userId="f1cac8d9-9172-4d6c-9b10-74cb51d57900" providerId="ADAL" clId="{29FFED56-E85D-4D2E-BEA8-C5D4184AE9D0}" dt="2022-02-15T03:12:09.048" v="1673" actId="6549"/>
          <ac:spMkLst>
            <pc:docMk/>
            <pc:sldMk cId="2329785312" sldId="319"/>
            <ac:spMk id="3" creationId="{04F51ADE-863B-480E-B9D8-A23A563C9949}"/>
          </ac:spMkLst>
        </pc:spChg>
        <pc:spChg chg="mod">
          <ac:chgData name="강환수" userId="f1cac8d9-9172-4d6c-9b10-74cb51d57900" providerId="ADAL" clId="{29FFED56-E85D-4D2E-BEA8-C5D4184AE9D0}" dt="2022-02-14T23:37:55.888" v="8" actId="6549"/>
          <ac:spMkLst>
            <pc:docMk/>
            <pc:sldMk cId="2329785312" sldId="319"/>
            <ac:spMk id="4" creationId="{0A043C4F-D5C5-4731-8C94-F0B13036E06D}"/>
          </ac:spMkLst>
        </pc:spChg>
      </pc:sldChg>
      <pc:sldChg chg="addSp modSp add">
        <pc:chgData name="강환수" userId="f1cac8d9-9172-4d6c-9b10-74cb51d57900" providerId="ADAL" clId="{29FFED56-E85D-4D2E-BEA8-C5D4184AE9D0}" dt="2022-02-15T03:13:10.717" v="1721" actId="1076"/>
        <pc:sldMkLst>
          <pc:docMk/>
          <pc:sldMk cId="2025498671" sldId="320"/>
        </pc:sldMkLst>
        <pc:spChg chg="mod">
          <ac:chgData name="강환수" userId="f1cac8d9-9172-4d6c-9b10-74cb51d57900" providerId="ADAL" clId="{29FFED56-E85D-4D2E-BEA8-C5D4184AE9D0}" dt="2022-02-15T03:13:07.472" v="1720" actId="20577"/>
          <ac:spMkLst>
            <pc:docMk/>
            <pc:sldMk cId="2025498671" sldId="320"/>
            <ac:spMk id="3" creationId="{24F46596-00C8-4779-BE13-ECF387887392}"/>
          </ac:spMkLst>
        </pc:spChg>
        <pc:picChg chg="add mod">
          <ac:chgData name="강환수" userId="f1cac8d9-9172-4d6c-9b10-74cb51d57900" providerId="ADAL" clId="{29FFED56-E85D-4D2E-BEA8-C5D4184AE9D0}" dt="2022-02-15T03:13:10.717" v="1721" actId="1076"/>
          <ac:picMkLst>
            <pc:docMk/>
            <pc:sldMk cId="2025498671" sldId="320"/>
            <ac:picMk id="7" creationId="{BAF26215-E434-4238-AFA4-327CE8184875}"/>
          </ac:picMkLst>
        </pc:picChg>
      </pc:sldChg>
      <pc:sldChg chg="addSp delSp modSp add ord">
        <pc:chgData name="강환수" userId="f1cac8d9-9172-4d6c-9b10-74cb51d57900" providerId="ADAL" clId="{29FFED56-E85D-4D2E-BEA8-C5D4184AE9D0}" dt="2022-02-21T06:03:54.139" v="2050"/>
        <pc:sldMkLst>
          <pc:docMk/>
          <pc:sldMk cId="2636140493" sldId="321"/>
        </pc:sldMkLst>
        <pc:spChg chg="mod">
          <ac:chgData name="강환수" userId="f1cac8d9-9172-4d6c-9b10-74cb51d57900" providerId="ADAL" clId="{29FFED56-E85D-4D2E-BEA8-C5D4184AE9D0}" dt="2022-02-15T02:23:45.056" v="1148" actId="6549"/>
          <ac:spMkLst>
            <pc:docMk/>
            <pc:sldMk cId="2636140493" sldId="321"/>
            <ac:spMk id="2" creationId="{BEE7B120-0E1D-465A-A255-C4B0F093A805}"/>
          </ac:spMkLst>
        </pc:spChg>
        <pc:spChg chg="mod">
          <ac:chgData name="강환수" userId="f1cac8d9-9172-4d6c-9b10-74cb51d57900" providerId="ADAL" clId="{29FFED56-E85D-4D2E-BEA8-C5D4184AE9D0}" dt="2022-02-21T06:03:54.139" v="2050"/>
          <ac:spMkLst>
            <pc:docMk/>
            <pc:sldMk cId="2636140493" sldId="321"/>
            <ac:spMk id="3" creationId="{1BC41FF8-AD76-463A-AC25-5A8154516B7F}"/>
          </ac:spMkLst>
        </pc:spChg>
        <pc:spChg chg="del">
          <ac:chgData name="강환수" userId="f1cac8d9-9172-4d6c-9b10-74cb51d57900" providerId="ADAL" clId="{29FFED56-E85D-4D2E-BEA8-C5D4184AE9D0}" dt="2022-02-15T02:20:46.902" v="1072"/>
          <ac:spMkLst>
            <pc:docMk/>
            <pc:sldMk cId="2636140493" sldId="321"/>
            <ac:spMk id="4" creationId="{2F062E9F-7ABF-48F3-BD36-454A24083E57}"/>
          </ac:spMkLst>
        </pc:spChg>
        <pc:picChg chg="add mod">
          <ac:chgData name="강환수" userId="f1cac8d9-9172-4d6c-9b10-74cb51d57900" providerId="ADAL" clId="{29FFED56-E85D-4D2E-BEA8-C5D4184AE9D0}" dt="2022-02-15T02:21:24.455" v="1119" actId="1037"/>
          <ac:picMkLst>
            <pc:docMk/>
            <pc:sldMk cId="2636140493" sldId="321"/>
            <ac:picMk id="7" creationId="{CC47DB06-3603-4699-B2A1-CB6E03510FAA}"/>
          </ac:picMkLst>
        </pc:picChg>
        <pc:picChg chg="add mod">
          <ac:chgData name="강환수" userId="f1cac8d9-9172-4d6c-9b10-74cb51d57900" providerId="ADAL" clId="{29FFED56-E85D-4D2E-BEA8-C5D4184AE9D0}" dt="2022-02-15T02:21:16.999" v="1103" actId="1035"/>
          <ac:picMkLst>
            <pc:docMk/>
            <pc:sldMk cId="2636140493" sldId="321"/>
            <ac:picMk id="9" creationId="{CCA0ADA5-4935-4D14-B466-E96EDC1E2007}"/>
          </ac:picMkLst>
        </pc:picChg>
      </pc:sldChg>
      <pc:sldChg chg="addSp modSp add ord">
        <pc:chgData name="강환수" userId="f1cac8d9-9172-4d6c-9b10-74cb51d57900" providerId="ADAL" clId="{29FFED56-E85D-4D2E-BEA8-C5D4184AE9D0}" dt="2022-02-15T03:18:27.926" v="1808" actId="6549"/>
        <pc:sldMkLst>
          <pc:docMk/>
          <pc:sldMk cId="2575298832" sldId="322"/>
        </pc:sldMkLst>
        <pc:spChg chg="mod">
          <ac:chgData name="강환수" userId="f1cac8d9-9172-4d6c-9b10-74cb51d57900" providerId="ADAL" clId="{29FFED56-E85D-4D2E-BEA8-C5D4184AE9D0}" dt="2022-02-15T03:18:27.926" v="1808" actId="6549"/>
          <ac:spMkLst>
            <pc:docMk/>
            <pc:sldMk cId="2575298832" sldId="322"/>
            <ac:spMk id="2" creationId="{84173A4B-4C00-4144-83F3-7A8BB9502740}"/>
          </ac:spMkLst>
        </pc:spChg>
        <pc:spChg chg="mod">
          <ac:chgData name="강환수" userId="f1cac8d9-9172-4d6c-9b10-74cb51d57900" providerId="ADAL" clId="{29FFED56-E85D-4D2E-BEA8-C5D4184AE9D0}" dt="2022-02-15T02:42:28.581" v="1556" actId="6549"/>
          <ac:spMkLst>
            <pc:docMk/>
            <pc:sldMk cId="2575298832" sldId="322"/>
            <ac:spMk id="3" creationId="{E9B1F6E7-962B-41B5-8A81-2C900DD29545}"/>
          </ac:spMkLst>
        </pc:spChg>
        <pc:spChg chg="mod">
          <ac:chgData name="강환수" userId="f1cac8d9-9172-4d6c-9b10-74cb51d57900" providerId="ADAL" clId="{29FFED56-E85D-4D2E-BEA8-C5D4184AE9D0}" dt="2022-02-14T23:45:15.735" v="97" actId="20577"/>
          <ac:spMkLst>
            <pc:docMk/>
            <pc:sldMk cId="2575298832" sldId="322"/>
            <ac:spMk id="4" creationId="{454F18D7-8525-477E-B66D-C83B7D4E746A}"/>
          </ac:spMkLst>
        </pc:spChg>
        <pc:picChg chg="add mod">
          <ac:chgData name="강환수" userId="f1cac8d9-9172-4d6c-9b10-74cb51d57900" providerId="ADAL" clId="{29FFED56-E85D-4D2E-BEA8-C5D4184AE9D0}" dt="2022-02-15T02:42:19.360" v="1549" actId="1076"/>
          <ac:picMkLst>
            <pc:docMk/>
            <pc:sldMk cId="2575298832" sldId="322"/>
            <ac:picMk id="7" creationId="{E2B0639B-A9BF-40AC-952F-DBA3EA798260}"/>
          </ac:picMkLst>
        </pc:picChg>
      </pc:sldChg>
      <pc:sldChg chg="modSp add ord">
        <pc:chgData name="강환수" userId="f1cac8d9-9172-4d6c-9b10-74cb51d57900" providerId="ADAL" clId="{29FFED56-E85D-4D2E-BEA8-C5D4184AE9D0}" dt="2022-02-14T23:45:37.366" v="99"/>
        <pc:sldMkLst>
          <pc:docMk/>
          <pc:sldMk cId="3884932208" sldId="323"/>
        </pc:sldMkLst>
        <pc:spChg chg="mod">
          <ac:chgData name="강환수" userId="f1cac8d9-9172-4d6c-9b10-74cb51d57900" providerId="ADAL" clId="{29FFED56-E85D-4D2E-BEA8-C5D4184AE9D0}" dt="2022-02-14T23:45:37.366" v="99"/>
          <ac:spMkLst>
            <pc:docMk/>
            <pc:sldMk cId="3884932208" sldId="323"/>
            <ac:spMk id="3" creationId="{3A9AAA06-5561-4390-8383-36D2A9A58321}"/>
          </ac:spMkLst>
        </pc:spChg>
      </pc:sldChg>
      <pc:sldChg chg="addSp modSp add ord">
        <pc:chgData name="강환수" userId="f1cac8d9-9172-4d6c-9b10-74cb51d57900" providerId="ADAL" clId="{29FFED56-E85D-4D2E-BEA8-C5D4184AE9D0}" dt="2022-02-15T02:56:33.426" v="1613" actId="1037"/>
        <pc:sldMkLst>
          <pc:docMk/>
          <pc:sldMk cId="3807258546" sldId="324"/>
        </pc:sldMkLst>
        <pc:spChg chg="mod">
          <ac:chgData name="강환수" userId="f1cac8d9-9172-4d6c-9b10-74cb51d57900" providerId="ADAL" clId="{29FFED56-E85D-4D2E-BEA8-C5D4184AE9D0}" dt="2022-02-14T23:46:18.205" v="113"/>
          <ac:spMkLst>
            <pc:docMk/>
            <pc:sldMk cId="3807258546" sldId="324"/>
            <ac:spMk id="2" creationId="{A851D492-DFB8-48CD-BEE2-B0C58DA1CFD2}"/>
          </ac:spMkLst>
        </pc:spChg>
        <pc:spChg chg="mod">
          <ac:chgData name="강환수" userId="f1cac8d9-9172-4d6c-9b10-74cb51d57900" providerId="ADAL" clId="{29FFED56-E85D-4D2E-BEA8-C5D4184AE9D0}" dt="2022-02-15T02:56:23.893" v="1603" actId="9"/>
          <ac:spMkLst>
            <pc:docMk/>
            <pc:sldMk cId="3807258546" sldId="324"/>
            <ac:spMk id="3" creationId="{62572462-7750-4078-828E-E798187112B1}"/>
          </ac:spMkLst>
        </pc:spChg>
        <pc:picChg chg="add mod">
          <ac:chgData name="강환수" userId="f1cac8d9-9172-4d6c-9b10-74cb51d57900" providerId="ADAL" clId="{29FFED56-E85D-4D2E-BEA8-C5D4184AE9D0}" dt="2022-02-15T02:56:33.426" v="1613" actId="1037"/>
          <ac:picMkLst>
            <pc:docMk/>
            <pc:sldMk cId="3807258546" sldId="324"/>
            <ac:picMk id="7" creationId="{28720BF4-0B5D-47A1-B385-8DC60C2ADF87}"/>
          </ac:picMkLst>
        </pc:picChg>
      </pc:sldChg>
      <pc:sldChg chg="addSp modSp add ord">
        <pc:chgData name="강환수" userId="f1cac8d9-9172-4d6c-9b10-74cb51d57900" providerId="ADAL" clId="{29FFED56-E85D-4D2E-BEA8-C5D4184AE9D0}" dt="2022-02-15T02:23:49.857" v="1158" actId="6549"/>
        <pc:sldMkLst>
          <pc:docMk/>
          <pc:sldMk cId="1379827571" sldId="325"/>
        </pc:sldMkLst>
        <pc:spChg chg="mod">
          <ac:chgData name="강환수" userId="f1cac8d9-9172-4d6c-9b10-74cb51d57900" providerId="ADAL" clId="{29FFED56-E85D-4D2E-BEA8-C5D4184AE9D0}" dt="2022-02-15T02:23:49.857" v="1158" actId="6549"/>
          <ac:spMkLst>
            <pc:docMk/>
            <pc:sldMk cId="1379827571" sldId="325"/>
            <ac:spMk id="2" creationId="{7B8FECB4-2C7F-4617-AF99-2BA902789700}"/>
          </ac:spMkLst>
        </pc:spChg>
        <pc:spChg chg="mod">
          <ac:chgData name="강환수" userId="f1cac8d9-9172-4d6c-9b10-74cb51d57900" providerId="ADAL" clId="{29FFED56-E85D-4D2E-BEA8-C5D4184AE9D0}" dt="2022-02-14T23:44:01.267" v="77"/>
          <ac:spMkLst>
            <pc:docMk/>
            <pc:sldMk cId="1379827571" sldId="325"/>
            <ac:spMk id="3" creationId="{A81A7561-0AF1-4C81-BD4C-60380F0600CD}"/>
          </ac:spMkLst>
        </pc:spChg>
        <pc:picChg chg="add mod">
          <ac:chgData name="강환수" userId="f1cac8d9-9172-4d6c-9b10-74cb51d57900" providerId="ADAL" clId="{29FFED56-E85D-4D2E-BEA8-C5D4184AE9D0}" dt="2022-02-15T02:21:53.294" v="1123" actId="1076"/>
          <ac:picMkLst>
            <pc:docMk/>
            <pc:sldMk cId="1379827571" sldId="325"/>
            <ac:picMk id="7" creationId="{809D082A-DCD0-4020-A942-AC3E6FBAFC0B}"/>
          </ac:picMkLst>
        </pc:picChg>
      </pc:sldChg>
      <pc:sldChg chg="addSp modSp add">
        <pc:chgData name="강환수" userId="f1cac8d9-9172-4d6c-9b10-74cb51d57900" providerId="ADAL" clId="{29FFED56-E85D-4D2E-BEA8-C5D4184AE9D0}" dt="2022-02-15T02:44:36.884" v="1575" actId="1037"/>
        <pc:sldMkLst>
          <pc:docMk/>
          <pc:sldMk cId="1395989470" sldId="326"/>
        </pc:sldMkLst>
        <pc:spChg chg="mod">
          <ac:chgData name="강환수" userId="f1cac8d9-9172-4d6c-9b10-74cb51d57900" providerId="ADAL" clId="{29FFED56-E85D-4D2E-BEA8-C5D4184AE9D0}" dt="2022-02-14T23:47:23.181" v="118"/>
          <ac:spMkLst>
            <pc:docMk/>
            <pc:sldMk cId="1395989470" sldId="326"/>
            <ac:spMk id="2" creationId="{C1B39414-C094-44FE-A56E-EBD12AA690FE}"/>
          </ac:spMkLst>
        </pc:spChg>
        <pc:spChg chg="mod">
          <ac:chgData name="강환수" userId="f1cac8d9-9172-4d6c-9b10-74cb51d57900" providerId="ADAL" clId="{29FFED56-E85D-4D2E-BEA8-C5D4184AE9D0}" dt="2022-02-15T02:44:24.598" v="1566" actId="6549"/>
          <ac:spMkLst>
            <pc:docMk/>
            <pc:sldMk cId="1395989470" sldId="326"/>
            <ac:spMk id="3" creationId="{D72F48CD-F445-4CB7-BCF4-981710B1071A}"/>
          </ac:spMkLst>
        </pc:spChg>
        <pc:picChg chg="add mod">
          <ac:chgData name="강환수" userId="f1cac8d9-9172-4d6c-9b10-74cb51d57900" providerId="ADAL" clId="{29FFED56-E85D-4D2E-BEA8-C5D4184AE9D0}" dt="2022-02-15T02:44:36.884" v="1575" actId="1037"/>
          <ac:picMkLst>
            <pc:docMk/>
            <pc:sldMk cId="1395989470" sldId="326"/>
            <ac:picMk id="7" creationId="{8697415D-C390-48E5-8193-C54CF5C8858E}"/>
          </ac:picMkLst>
        </pc:picChg>
      </pc:sldChg>
      <pc:sldChg chg="addSp modSp add">
        <pc:chgData name="강환수" userId="f1cac8d9-9172-4d6c-9b10-74cb51d57900" providerId="ADAL" clId="{29FFED56-E85D-4D2E-BEA8-C5D4184AE9D0}" dt="2022-02-15T02:45:21.230" v="1591" actId="6549"/>
        <pc:sldMkLst>
          <pc:docMk/>
          <pc:sldMk cId="2324160758" sldId="327"/>
        </pc:sldMkLst>
        <pc:spChg chg="mod">
          <ac:chgData name="강환수" userId="f1cac8d9-9172-4d6c-9b10-74cb51d57900" providerId="ADAL" clId="{29FFED56-E85D-4D2E-BEA8-C5D4184AE9D0}" dt="2022-02-14T23:49:02.714" v="119"/>
          <ac:spMkLst>
            <pc:docMk/>
            <pc:sldMk cId="2324160758" sldId="327"/>
            <ac:spMk id="2" creationId="{776611C2-06E1-4053-8AD9-89EA267CEC3A}"/>
          </ac:spMkLst>
        </pc:spChg>
        <pc:spChg chg="mod">
          <ac:chgData name="강환수" userId="f1cac8d9-9172-4d6c-9b10-74cb51d57900" providerId="ADAL" clId="{29FFED56-E85D-4D2E-BEA8-C5D4184AE9D0}" dt="2022-02-14T23:49:34.879" v="120"/>
          <ac:spMkLst>
            <pc:docMk/>
            <pc:sldMk cId="2324160758" sldId="327"/>
            <ac:spMk id="3" creationId="{5B5F12DC-A839-4623-93AA-9766361BE95E}"/>
          </ac:spMkLst>
        </pc:spChg>
        <pc:spChg chg="mod">
          <ac:chgData name="강환수" userId="f1cac8d9-9172-4d6c-9b10-74cb51d57900" providerId="ADAL" clId="{29FFED56-E85D-4D2E-BEA8-C5D4184AE9D0}" dt="2022-02-15T02:45:21.230" v="1591" actId="6549"/>
          <ac:spMkLst>
            <pc:docMk/>
            <pc:sldMk cId="2324160758" sldId="327"/>
            <ac:spMk id="4" creationId="{E7CB5A3F-619E-48D4-9C0C-E5452B685FE5}"/>
          </ac:spMkLst>
        </pc:spChg>
        <pc:picChg chg="add mod ord">
          <ac:chgData name="강환수" userId="f1cac8d9-9172-4d6c-9b10-74cb51d57900" providerId="ADAL" clId="{29FFED56-E85D-4D2E-BEA8-C5D4184AE9D0}" dt="2022-02-15T02:45:03.114" v="1590" actId="167"/>
          <ac:picMkLst>
            <pc:docMk/>
            <pc:sldMk cId="2324160758" sldId="327"/>
            <ac:picMk id="6" creationId="{DC508048-9E59-46B7-B00C-9E164D7020D9}"/>
          </ac:picMkLst>
        </pc:picChg>
      </pc:sldChg>
      <pc:sldChg chg="addSp modSp add ord">
        <pc:chgData name="강환수" userId="f1cac8d9-9172-4d6c-9b10-74cb51d57900" providerId="ADAL" clId="{29FFED56-E85D-4D2E-BEA8-C5D4184AE9D0}" dt="2022-02-15T03:19:37.988" v="1817" actId="1076"/>
        <pc:sldMkLst>
          <pc:docMk/>
          <pc:sldMk cId="1183694633" sldId="328"/>
        </pc:sldMkLst>
        <pc:spChg chg="mod">
          <ac:chgData name="강환수" userId="f1cac8d9-9172-4d6c-9b10-74cb51d57900" providerId="ADAL" clId="{29FFED56-E85D-4D2E-BEA8-C5D4184AE9D0}" dt="2022-02-15T03:19:30.327" v="1814" actId="6549"/>
          <ac:spMkLst>
            <pc:docMk/>
            <pc:sldMk cId="1183694633" sldId="328"/>
            <ac:spMk id="3" creationId="{AAF977CE-19C5-4FDB-9725-95DA2A274812}"/>
          </ac:spMkLst>
        </pc:spChg>
        <pc:picChg chg="add mod">
          <ac:chgData name="강환수" userId="f1cac8d9-9172-4d6c-9b10-74cb51d57900" providerId="ADAL" clId="{29FFED56-E85D-4D2E-BEA8-C5D4184AE9D0}" dt="2022-02-15T03:19:37.988" v="1817" actId="1076"/>
          <ac:picMkLst>
            <pc:docMk/>
            <pc:sldMk cId="1183694633" sldId="328"/>
            <ac:picMk id="7" creationId="{958C67F0-A97F-4CD6-B452-6C4D470F581E}"/>
          </ac:picMkLst>
        </pc:picChg>
      </pc:sldChg>
      <pc:sldChg chg="modSp add">
        <pc:chgData name="강환수" userId="f1cac8d9-9172-4d6c-9b10-74cb51d57900" providerId="ADAL" clId="{29FFED56-E85D-4D2E-BEA8-C5D4184AE9D0}" dt="2022-02-15T03:08:46.525" v="1653" actId="403"/>
        <pc:sldMkLst>
          <pc:docMk/>
          <pc:sldMk cId="1806098984" sldId="329"/>
        </pc:sldMkLst>
        <pc:spChg chg="mod">
          <ac:chgData name="강환수" userId="f1cac8d9-9172-4d6c-9b10-74cb51d57900" providerId="ADAL" clId="{29FFED56-E85D-4D2E-BEA8-C5D4184AE9D0}" dt="2022-02-15T03:08:46.525" v="1653" actId="403"/>
          <ac:spMkLst>
            <pc:docMk/>
            <pc:sldMk cId="1806098984" sldId="329"/>
            <ac:spMk id="11" creationId="{C6E221CE-1CCF-4123-BE03-2C7AC29EBC26}"/>
          </ac:spMkLst>
        </pc:spChg>
      </pc:sldChg>
      <pc:sldChg chg="modSp add">
        <pc:chgData name="강환수" userId="f1cac8d9-9172-4d6c-9b10-74cb51d57900" providerId="ADAL" clId="{29FFED56-E85D-4D2E-BEA8-C5D4184AE9D0}" dt="2022-02-15T03:09:03.407" v="1656" actId="403"/>
        <pc:sldMkLst>
          <pc:docMk/>
          <pc:sldMk cId="1646250967" sldId="330"/>
        </pc:sldMkLst>
        <pc:spChg chg="mod">
          <ac:chgData name="강환수" userId="f1cac8d9-9172-4d6c-9b10-74cb51d57900" providerId="ADAL" clId="{29FFED56-E85D-4D2E-BEA8-C5D4184AE9D0}" dt="2022-02-15T03:09:03.407" v="1656" actId="403"/>
          <ac:spMkLst>
            <pc:docMk/>
            <pc:sldMk cId="1646250967" sldId="330"/>
            <ac:spMk id="11" creationId="{C6E221CE-1CCF-4123-BE03-2C7AC29EBC26}"/>
          </ac:spMkLst>
        </pc:spChg>
      </pc:sldChg>
      <pc:sldChg chg="modSp add">
        <pc:chgData name="강환수" userId="f1cac8d9-9172-4d6c-9b10-74cb51d57900" providerId="ADAL" clId="{29FFED56-E85D-4D2E-BEA8-C5D4184AE9D0}" dt="2022-02-15T03:09:22.071" v="1659" actId="403"/>
        <pc:sldMkLst>
          <pc:docMk/>
          <pc:sldMk cId="148427420" sldId="331"/>
        </pc:sldMkLst>
        <pc:spChg chg="mod">
          <ac:chgData name="강환수" userId="f1cac8d9-9172-4d6c-9b10-74cb51d57900" providerId="ADAL" clId="{29FFED56-E85D-4D2E-BEA8-C5D4184AE9D0}" dt="2022-02-15T03:09:22.071" v="1659" actId="403"/>
          <ac:spMkLst>
            <pc:docMk/>
            <pc:sldMk cId="148427420" sldId="331"/>
            <ac:spMk id="11" creationId="{C6E221CE-1CCF-4123-BE03-2C7AC29EBC26}"/>
          </ac:spMkLst>
        </pc:spChg>
      </pc:sldChg>
      <pc:sldChg chg="modSp add ord">
        <pc:chgData name="강환수" userId="f1cac8d9-9172-4d6c-9b10-74cb51d57900" providerId="ADAL" clId="{29FFED56-E85D-4D2E-BEA8-C5D4184AE9D0}" dt="2022-02-15T03:09:33.742" v="1662" actId="403"/>
        <pc:sldMkLst>
          <pc:docMk/>
          <pc:sldMk cId="3300828342" sldId="332"/>
        </pc:sldMkLst>
        <pc:spChg chg="mod">
          <ac:chgData name="강환수" userId="f1cac8d9-9172-4d6c-9b10-74cb51d57900" providerId="ADAL" clId="{29FFED56-E85D-4D2E-BEA8-C5D4184AE9D0}" dt="2022-02-15T03:09:33.742" v="1662" actId="403"/>
          <ac:spMkLst>
            <pc:docMk/>
            <pc:sldMk cId="3300828342" sldId="332"/>
            <ac:spMk id="11" creationId="{C6E221CE-1CCF-4123-BE03-2C7AC29EBC26}"/>
          </ac:spMkLst>
        </pc:spChg>
      </pc:sldChg>
      <pc:sldChg chg="addSp modSp add">
        <pc:chgData name="강환수" userId="f1cac8d9-9172-4d6c-9b10-74cb51d57900" providerId="ADAL" clId="{29FFED56-E85D-4D2E-BEA8-C5D4184AE9D0}" dt="2022-02-15T03:26:51.095" v="1968" actId="6549"/>
        <pc:sldMkLst>
          <pc:docMk/>
          <pc:sldMk cId="1731949564" sldId="333"/>
        </pc:sldMkLst>
        <pc:spChg chg="mod">
          <ac:chgData name="강환수" userId="f1cac8d9-9172-4d6c-9b10-74cb51d57900" providerId="ADAL" clId="{29FFED56-E85D-4D2E-BEA8-C5D4184AE9D0}" dt="2022-02-15T01:06:52.016" v="366"/>
          <ac:spMkLst>
            <pc:docMk/>
            <pc:sldMk cId="1731949564" sldId="333"/>
            <ac:spMk id="2" creationId="{660B636A-38C3-4E0C-BD0B-F8786326FE01}"/>
          </ac:spMkLst>
        </pc:spChg>
        <pc:spChg chg="mod">
          <ac:chgData name="강환수" userId="f1cac8d9-9172-4d6c-9b10-74cb51d57900" providerId="ADAL" clId="{29FFED56-E85D-4D2E-BEA8-C5D4184AE9D0}" dt="2022-02-15T03:26:41.247" v="1967" actId="6549"/>
          <ac:spMkLst>
            <pc:docMk/>
            <pc:sldMk cId="1731949564" sldId="333"/>
            <ac:spMk id="3" creationId="{AAF977CE-19C5-4FDB-9725-95DA2A274812}"/>
          </ac:spMkLst>
        </pc:spChg>
        <pc:spChg chg="mod">
          <ac:chgData name="강환수" userId="f1cac8d9-9172-4d6c-9b10-74cb51d57900" providerId="ADAL" clId="{29FFED56-E85D-4D2E-BEA8-C5D4184AE9D0}" dt="2022-02-15T03:26:51.095" v="1968" actId="6549"/>
          <ac:spMkLst>
            <pc:docMk/>
            <pc:sldMk cId="1731949564" sldId="333"/>
            <ac:spMk id="4" creationId="{75D93B5E-8D19-4891-95C6-35B881E856AB}"/>
          </ac:spMkLst>
        </pc:spChg>
        <pc:picChg chg="add mod">
          <ac:chgData name="강환수" userId="f1cac8d9-9172-4d6c-9b10-74cb51d57900" providerId="ADAL" clId="{29FFED56-E85D-4D2E-BEA8-C5D4184AE9D0}" dt="2022-02-15T01:10:58.510" v="498" actId="1076"/>
          <ac:picMkLst>
            <pc:docMk/>
            <pc:sldMk cId="1731949564" sldId="333"/>
            <ac:picMk id="7" creationId="{06D681F7-78D6-485D-8D03-48E0D6324B3E}"/>
          </ac:picMkLst>
        </pc:picChg>
      </pc:sldChg>
      <pc:sldChg chg="modSp add ord">
        <pc:chgData name="강환수" userId="f1cac8d9-9172-4d6c-9b10-74cb51d57900" providerId="ADAL" clId="{29FFED56-E85D-4D2E-BEA8-C5D4184AE9D0}" dt="2022-02-15T03:09:42.366" v="1665" actId="403"/>
        <pc:sldMkLst>
          <pc:docMk/>
          <pc:sldMk cId="2414593733" sldId="334"/>
        </pc:sldMkLst>
        <pc:spChg chg="mod">
          <ac:chgData name="강환수" userId="f1cac8d9-9172-4d6c-9b10-74cb51d57900" providerId="ADAL" clId="{29FFED56-E85D-4D2E-BEA8-C5D4184AE9D0}" dt="2022-02-15T03:09:42.366" v="1665" actId="403"/>
          <ac:spMkLst>
            <pc:docMk/>
            <pc:sldMk cId="2414593733" sldId="334"/>
            <ac:spMk id="11" creationId="{C6E221CE-1CCF-4123-BE03-2C7AC29EBC26}"/>
          </ac:spMkLst>
        </pc:spChg>
      </pc:sldChg>
      <pc:sldChg chg="addSp modSp add">
        <pc:chgData name="강환수" userId="f1cac8d9-9172-4d6c-9b10-74cb51d57900" providerId="ADAL" clId="{29FFED56-E85D-4D2E-BEA8-C5D4184AE9D0}" dt="2022-02-15T01:14:41.579" v="573" actId="1036"/>
        <pc:sldMkLst>
          <pc:docMk/>
          <pc:sldMk cId="363832390" sldId="335"/>
        </pc:sldMkLst>
        <pc:spChg chg="mod">
          <ac:chgData name="강환수" userId="f1cac8d9-9172-4d6c-9b10-74cb51d57900" providerId="ADAL" clId="{29FFED56-E85D-4D2E-BEA8-C5D4184AE9D0}" dt="2022-02-15T01:12:57.917" v="536"/>
          <ac:spMkLst>
            <pc:docMk/>
            <pc:sldMk cId="363832390" sldId="335"/>
            <ac:spMk id="2" creationId="{660B636A-38C3-4E0C-BD0B-F8786326FE01}"/>
          </ac:spMkLst>
        </pc:spChg>
        <pc:spChg chg="mod">
          <ac:chgData name="강환수" userId="f1cac8d9-9172-4d6c-9b10-74cb51d57900" providerId="ADAL" clId="{29FFED56-E85D-4D2E-BEA8-C5D4184AE9D0}" dt="2022-02-15T01:14:32.037" v="546" actId="20577"/>
          <ac:spMkLst>
            <pc:docMk/>
            <pc:sldMk cId="363832390" sldId="335"/>
            <ac:spMk id="3" creationId="{AAF977CE-19C5-4FDB-9725-95DA2A274812}"/>
          </ac:spMkLst>
        </pc:spChg>
        <pc:spChg chg="mod">
          <ac:chgData name="강환수" userId="f1cac8d9-9172-4d6c-9b10-74cb51d57900" providerId="ADAL" clId="{29FFED56-E85D-4D2E-BEA8-C5D4184AE9D0}" dt="2022-02-15T01:13:18.918" v="537" actId="20577"/>
          <ac:spMkLst>
            <pc:docMk/>
            <pc:sldMk cId="363832390" sldId="335"/>
            <ac:spMk id="4" creationId="{75D93B5E-8D19-4891-95C6-35B881E856AB}"/>
          </ac:spMkLst>
        </pc:spChg>
        <pc:picChg chg="add mod">
          <ac:chgData name="강환수" userId="f1cac8d9-9172-4d6c-9b10-74cb51d57900" providerId="ADAL" clId="{29FFED56-E85D-4D2E-BEA8-C5D4184AE9D0}" dt="2022-02-15T01:14:41.579" v="573" actId="1036"/>
          <ac:picMkLst>
            <pc:docMk/>
            <pc:sldMk cId="363832390" sldId="335"/>
            <ac:picMk id="7" creationId="{028CC81E-F623-474B-B5C3-C03009AAE9BE}"/>
          </ac:picMkLst>
        </pc:picChg>
      </pc:sldChg>
      <pc:sldChg chg="modSp add">
        <pc:chgData name="강환수" userId="f1cac8d9-9172-4d6c-9b10-74cb51d57900" providerId="ADAL" clId="{29FFED56-E85D-4D2E-BEA8-C5D4184AE9D0}" dt="2022-02-15T03:09:52.454" v="1668" actId="403"/>
        <pc:sldMkLst>
          <pc:docMk/>
          <pc:sldMk cId="1220299671" sldId="336"/>
        </pc:sldMkLst>
        <pc:spChg chg="mod">
          <ac:chgData name="강환수" userId="f1cac8d9-9172-4d6c-9b10-74cb51d57900" providerId="ADAL" clId="{29FFED56-E85D-4D2E-BEA8-C5D4184AE9D0}" dt="2022-02-15T03:09:52.454" v="1668" actId="403"/>
          <ac:spMkLst>
            <pc:docMk/>
            <pc:sldMk cId="1220299671" sldId="336"/>
            <ac:spMk id="11" creationId="{C6E221CE-1CCF-4123-BE03-2C7AC29EBC26}"/>
          </ac:spMkLst>
        </pc:spChg>
      </pc:sldChg>
      <pc:sldChg chg="addSp modSp add">
        <pc:chgData name="강환수" userId="f1cac8d9-9172-4d6c-9b10-74cb51d57900" providerId="ADAL" clId="{29FFED56-E85D-4D2E-BEA8-C5D4184AE9D0}" dt="2022-02-15T03:28:12.557" v="1976" actId="6549"/>
        <pc:sldMkLst>
          <pc:docMk/>
          <pc:sldMk cId="1151199642" sldId="337"/>
        </pc:sldMkLst>
        <pc:spChg chg="mod">
          <ac:chgData name="강환수" userId="f1cac8d9-9172-4d6c-9b10-74cb51d57900" providerId="ADAL" clId="{29FFED56-E85D-4D2E-BEA8-C5D4184AE9D0}" dt="2022-02-15T01:26:55.649" v="724"/>
          <ac:spMkLst>
            <pc:docMk/>
            <pc:sldMk cId="1151199642" sldId="337"/>
            <ac:spMk id="2" creationId="{660B636A-38C3-4E0C-BD0B-F8786326FE01}"/>
          </ac:spMkLst>
        </pc:spChg>
        <pc:spChg chg="mod">
          <ac:chgData name="강환수" userId="f1cac8d9-9172-4d6c-9b10-74cb51d57900" providerId="ADAL" clId="{29FFED56-E85D-4D2E-BEA8-C5D4184AE9D0}" dt="2022-02-15T03:28:12.557" v="1976" actId="6549"/>
          <ac:spMkLst>
            <pc:docMk/>
            <pc:sldMk cId="1151199642" sldId="337"/>
            <ac:spMk id="3" creationId="{AAF977CE-19C5-4FDB-9725-95DA2A274812}"/>
          </ac:spMkLst>
        </pc:spChg>
        <pc:spChg chg="mod">
          <ac:chgData name="강환수" userId="f1cac8d9-9172-4d6c-9b10-74cb51d57900" providerId="ADAL" clId="{29FFED56-E85D-4D2E-BEA8-C5D4184AE9D0}" dt="2022-02-15T01:26:48.692" v="723" actId="20577"/>
          <ac:spMkLst>
            <pc:docMk/>
            <pc:sldMk cId="1151199642" sldId="337"/>
            <ac:spMk id="4" creationId="{75D93B5E-8D19-4891-95C6-35B881E856AB}"/>
          </ac:spMkLst>
        </pc:spChg>
        <pc:picChg chg="add mod">
          <ac:chgData name="강환수" userId="f1cac8d9-9172-4d6c-9b10-74cb51d57900" providerId="ADAL" clId="{29FFED56-E85D-4D2E-BEA8-C5D4184AE9D0}" dt="2022-02-15T01:30:19.991" v="738" actId="1076"/>
          <ac:picMkLst>
            <pc:docMk/>
            <pc:sldMk cId="1151199642" sldId="337"/>
            <ac:picMk id="1026" creationId="{D7A9737F-EE88-46D4-BA91-1272A1234C64}"/>
          </ac:picMkLst>
        </pc:picChg>
      </pc:sldChg>
      <pc:sldChg chg="addSp modSp add">
        <pc:chgData name="강환수" userId="f1cac8d9-9172-4d6c-9b10-74cb51d57900" providerId="ADAL" clId="{29FFED56-E85D-4D2E-BEA8-C5D4184AE9D0}" dt="2022-02-15T03:20:03.640" v="1818" actId="14100"/>
        <pc:sldMkLst>
          <pc:docMk/>
          <pc:sldMk cId="1315776189" sldId="338"/>
        </pc:sldMkLst>
        <pc:spChg chg="mod">
          <ac:chgData name="강환수" userId="f1cac8d9-9172-4d6c-9b10-74cb51d57900" providerId="ADAL" clId="{29FFED56-E85D-4D2E-BEA8-C5D4184AE9D0}" dt="2022-02-15T03:20:03.640" v="1818" actId="14100"/>
          <ac:spMkLst>
            <pc:docMk/>
            <pc:sldMk cId="1315776189" sldId="338"/>
            <ac:spMk id="3" creationId="{66395CD9-2202-4C9E-B4F9-8583A855517E}"/>
          </ac:spMkLst>
        </pc:spChg>
        <pc:picChg chg="add mod">
          <ac:chgData name="강환수" userId="f1cac8d9-9172-4d6c-9b10-74cb51d57900" providerId="ADAL" clId="{29FFED56-E85D-4D2E-BEA8-C5D4184AE9D0}" dt="2022-02-15T00:02:04.093" v="179" actId="1076"/>
          <ac:picMkLst>
            <pc:docMk/>
            <pc:sldMk cId="1315776189" sldId="338"/>
            <ac:picMk id="7" creationId="{3D97ABA1-BD44-4DAF-82FB-8E4C382E7AF7}"/>
          </ac:picMkLst>
        </pc:picChg>
      </pc:sldChg>
      <pc:sldChg chg="addSp modSp add">
        <pc:chgData name="강환수" userId="f1cac8d9-9172-4d6c-9b10-74cb51d57900" providerId="ADAL" clId="{29FFED56-E85D-4D2E-BEA8-C5D4184AE9D0}" dt="2022-02-15T00:03:40.376" v="190" actId="1076"/>
        <pc:sldMkLst>
          <pc:docMk/>
          <pc:sldMk cId="3898230850" sldId="339"/>
        </pc:sldMkLst>
        <pc:spChg chg="mod">
          <ac:chgData name="강환수" userId="f1cac8d9-9172-4d6c-9b10-74cb51d57900" providerId="ADAL" clId="{29FFED56-E85D-4D2E-BEA8-C5D4184AE9D0}" dt="2022-02-15T00:02:57.585" v="183"/>
          <ac:spMkLst>
            <pc:docMk/>
            <pc:sldMk cId="3898230850" sldId="339"/>
            <ac:spMk id="2" creationId="{0B8B05E9-2ADF-49FA-B0D8-F7C8A996B75B}"/>
          </ac:spMkLst>
        </pc:spChg>
        <pc:spChg chg="mod">
          <ac:chgData name="강환수" userId="f1cac8d9-9172-4d6c-9b10-74cb51d57900" providerId="ADAL" clId="{29FFED56-E85D-4D2E-BEA8-C5D4184AE9D0}" dt="2022-02-15T00:03:15.927" v="185"/>
          <ac:spMkLst>
            <pc:docMk/>
            <pc:sldMk cId="3898230850" sldId="339"/>
            <ac:spMk id="3" creationId="{6AD2C07F-0E15-4DC5-A613-D28823D25CAE}"/>
          </ac:spMkLst>
        </pc:spChg>
        <pc:spChg chg="mod">
          <ac:chgData name="강환수" userId="f1cac8d9-9172-4d6c-9b10-74cb51d57900" providerId="ADAL" clId="{29FFED56-E85D-4D2E-BEA8-C5D4184AE9D0}" dt="2022-02-15T00:03:03.226" v="184"/>
          <ac:spMkLst>
            <pc:docMk/>
            <pc:sldMk cId="3898230850" sldId="339"/>
            <ac:spMk id="4" creationId="{D8822382-45B1-48EF-BF8E-D53D90C015A0}"/>
          </ac:spMkLst>
        </pc:spChg>
        <pc:picChg chg="add mod">
          <ac:chgData name="강환수" userId="f1cac8d9-9172-4d6c-9b10-74cb51d57900" providerId="ADAL" clId="{29FFED56-E85D-4D2E-BEA8-C5D4184AE9D0}" dt="2022-02-15T00:03:40.376" v="190" actId="1076"/>
          <ac:picMkLst>
            <pc:docMk/>
            <pc:sldMk cId="3898230850" sldId="339"/>
            <ac:picMk id="7" creationId="{2632E5D2-81ED-44FA-97BF-A7FED33F2605}"/>
          </ac:picMkLst>
        </pc:picChg>
      </pc:sldChg>
      <pc:sldChg chg="addSp modSp add">
        <pc:chgData name="강환수" userId="f1cac8d9-9172-4d6c-9b10-74cb51d57900" providerId="ADAL" clId="{29FFED56-E85D-4D2E-BEA8-C5D4184AE9D0}" dt="2022-02-15T00:07:14.214" v="201" actId="1076"/>
        <pc:sldMkLst>
          <pc:docMk/>
          <pc:sldMk cId="2164455191" sldId="340"/>
        </pc:sldMkLst>
        <pc:spChg chg="mod">
          <ac:chgData name="강환수" userId="f1cac8d9-9172-4d6c-9b10-74cb51d57900" providerId="ADAL" clId="{29FFED56-E85D-4D2E-BEA8-C5D4184AE9D0}" dt="2022-02-15T00:06:03.737" v="191"/>
          <ac:spMkLst>
            <pc:docMk/>
            <pc:sldMk cId="2164455191" sldId="340"/>
            <ac:spMk id="2" creationId="{0495810E-C473-49AE-A3A5-4E24914054F7}"/>
          </ac:spMkLst>
        </pc:spChg>
        <pc:spChg chg="mod">
          <ac:chgData name="강환수" userId="f1cac8d9-9172-4d6c-9b10-74cb51d57900" providerId="ADAL" clId="{29FFED56-E85D-4D2E-BEA8-C5D4184AE9D0}" dt="2022-02-15T00:06:41.592" v="198" actId="6549"/>
          <ac:spMkLst>
            <pc:docMk/>
            <pc:sldMk cId="2164455191" sldId="340"/>
            <ac:spMk id="3" creationId="{86043B49-E9BB-439C-AD54-D4F2EAA71C6D}"/>
          </ac:spMkLst>
        </pc:spChg>
        <pc:picChg chg="add mod">
          <ac:chgData name="강환수" userId="f1cac8d9-9172-4d6c-9b10-74cb51d57900" providerId="ADAL" clId="{29FFED56-E85D-4D2E-BEA8-C5D4184AE9D0}" dt="2022-02-15T00:07:14.214" v="201" actId="1076"/>
          <ac:picMkLst>
            <pc:docMk/>
            <pc:sldMk cId="2164455191" sldId="340"/>
            <ac:picMk id="7" creationId="{B0DD1B81-0F9E-444D-BCF8-8340F3C2EFE2}"/>
          </ac:picMkLst>
        </pc:picChg>
      </pc:sldChg>
      <pc:sldChg chg="addSp modSp add">
        <pc:chgData name="강환수" userId="f1cac8d9-9172-4d6c-9b10-74cb51d57900" providerId="ADAL" clId="{29FFED56-E85D-4D2E-BEA8-C5D4184AE9D0}" dt="2022-02-21T06:08:27.322" v="2095" actId="1036"/>
        <pc:sldMkLst>
          <pc:docMk/>
          <pc:sldMk cId="2750328913" sldId="341"/>
        </pc:sldMkLst>
        <pc:spChg chg="mod">
          <ac:chgData name="강환수" userId="f1cac8d9-9172-4d6c-9b10-74cb51d57900" providerId="ADAL" clId="{29FFED56-E85D-4D2E-BEA8-C5D4184AE9D0}" dt="2022-02-15T00:07:56.016" v="205" actId="6549"/>
          <ac:spMkLst>
            <pc:docMk/>
            <pc:sldMk cId="2750328913" sldId="341"/>
            <ac:spMk id="2" creationId="{9B03E14F-C9CB-4990-BC85-D82912EF53A4}"/>
          </ac:spMkLst>
        </pc:spChg>
        <pc:spChg chg="mod">
          <ac:chgData name="강환수" userId="f1cac8d9-9172-4d6c-9b10-74cb51d57900" providerId="ADAL" clId="{29FFED56-E85D-4D2E-BEA8-C5D4184AE9D0}" dt="2022-02-21T06:08:04.138" v="2067" actId="6549"/>
          <ac:spMkLst>
            <pc:docMk/>
            <pc:sldMk cId="2750328913" sldId="341"/>
            <ac:spMk id="3" creationId="{DD2B7487-F6AA-4E9D-A7F6-6CF6564AA50A}"/>
          </ac:spMkLst>
        </pc:spChg>
        <pc:picChg chg="add mod">
          <ac:chgData name="강환수" userId="f1cac8d9-9172-4d6c-9b10-74cb51d57900" providerId="ADAL" clId="{29FFED56-E85D-4D2E-BEA8-C5D4184AE9D0}" dt="2022-02-21T06:08:27.322" v="2095" actId="1036"/>
          <ac:picMkLst>
            <pc:docMk/>
            <pc:sldMk cId="2750328913" sldId="341"/>
            <ac:picMk id="7" creationId="{AD26243A-2851-4345-8DA2-EA1BE5BE00E3}"/>
          </ac:picMkLst>
        </pc:picChg>
      </pc:sldChg>
      <pc:sldChg chg="addSp modSp add">
        <pc:chgData name="강환수" userId="f1cac8d9-9172-4d6c-9b10-74cb51d57900" providerId="ADAL" clId="{29FFED56-E85D-4D2E-BEA8-C5D4184AE9D0}" dt="2022-02-15T00:14:06.083" v="229" actId="1037"/>
        <pc:sldMkLst>
          <pc:docMk/>
          <pc:sldMk cId="4110117268" sldId="342"/>
        </pc:sldMkLst>
        <pc:spChg chg="mod">
          <ac:chgData name="강환수" userId="f1cac8d9-9172-4d6c-9b10-74cb51d57900" providerId="ADAL" clId="{29FFED56-E85D-4D2E-BEA8-C5D4184AE9D0}" dt="2022-02-15T00:13:41.128" v="217"/>
          <ac:spMkLst>
            <pc:docMk/>
            <pc:sldMk cId="4110117268" sldId="342"/>
            <ac:spMk id="2" creationId="{29512E9A-14FD-417E-88D7-EDE4F064EBF2}"/>
          </ac:spMkLst>
        </pc:spChg>
        <pc:spChg chg="mod">
          <ac:chgData name="강환수" userId="f1cac8d9-9172-4d6c-9b10-74cb51d57900" providerId="ADAL" clId="{29FFED56-E85D-4D2E-BEA8-C5D4184AE9D0}" dt="2022-02-15T00:13:11.558" v="215"/>
          <ac:spMkLst>
            <pc:docMk/>
            <pc:sldMk cId="4110117268" sldId="342"/>
            <ac:spMk id="3" creationId="{0F4A234F-BF48-41AA-A8EE-B7CA67F9B699}"/>
          </ac:spMkLst>
        </pc:spChg>
        <pc:spChg chg="mod">
          <ac:chgData name="강환수" userId="f1cac8d9-9172-4d6c-9b10-74cb51d57900" providerId="ADAL" clId="{29FFED56-E85D-4D2E-BEA8-C5D4184AE9D0}" dt="2022-02-15T00:13:28.952" v="216" actId="20577"/>
          <ac:spMkLst>
            <pc:docMk/>
            <pc:sldMk cId="4110117268" sldId="342"/>
            <ac:spMk id="4" creationId="{1F847FFF-9C6A-4D5F-AD74-D17B09192A6E}"/>
          </ac:spMkLst>
        </pc:spChg>
        <pc:picChg chg="add mod">
          <ac:chgData name="강환수" userId="f1cac8d9-9172-4d6c-9b10-74cb51d57900" providerId="ADAL" clId="{29FFED56-E85D-4D2E-BEA8-C5D4184AE9D0}" dt="2022-02-15T00:14:06.083" v="229" actId="1037"/>
          <ac:picMkLst>
            <pc:docMk/>
            <pc:sldMk cId="4110117268" sldId="342"/>
            <ac:picMk id="7" creationId="{CF07F57A-D0E9-4070-9DE2-AF3B29A94F78}"/>
          </ac:picMkLst>
        </pc:picChg>
      </pc:sldChg>
      <pc:sldChg chg="addSp modSp add">
        <pc:chgData name="강환수" userId="f1cac8d9-9172-4d6c-9b10-74cb51d57900" providerId="ADAL" clId="{29FFED56-E85D-4D2E-BEA8-C5D4184AE9D0}" dt="2022-02-15T03:22:33.864" v="1888" actId="15"/>
        <pc:sldMkLst>
          <pc:docMk/>
          <pc:sldMk cId="1912608630" sldId="343"/>
        </pc:sldMkLst>
        <pc:spChg chg="mod">
          <ac:chgData name="강환수" userId="f1cac8d9-9172-4d6c-9b10-74cb51d57900" providerId="ADAL" clId="{29FFED56-E85D-4D2E-BEA8-C5D4184AE9D0}" dt="2022-02-15T00:15:13.520" v="231"/>
          <ac:spMkLst>
            <pc:docMk/>
            <pc:sldMk cId="1912608630" sldId="343"/>
            <ac:spMk id="2" creationId="{3C300429-8551-4F30-B071-53AEF4B7B8C3}"/>
          </ac:spMkLst>
        </pc:spChg>
        <pc:spChg chg="mod">
          <ac:chgData name="강환수" userId="f1cac8d9-9172-4d6c-9b10-74cb51d57900" providerId="ADAL" clId="{29FFED56-E85D-4D2E-BEA8-C5D4184AE9D0}" dt="2022-02-15T03:22:33.864" v="1888" actId="15"/>
          <ac:spMkLst>
            <pc:docMk/>
            <pc:sldMk cId="1912608630" sldId="343"/>
            <ac:spMk id="3" creationId="{2A082F48-0185-4751-9090-971DC2B55893}"/>
          </ac:spMkLst>
        </pc:spChg>
        <pc:picChg chg="add mod">
          <ac:chgData name="강환수" userId="f1cac8d9-9172-4d6c-9b10-74cb51d57900" providerId="ADAL" clId="{29FFED56-E85D-4D2E-BEA8-C5D4184AE9D0}" dt="2022-02-15T03:22:06.216" v="1875" actId="1036"/>
          <ac:picMkLst>
            <pc:docMk/>
            <pc:sldMk cId="1912608630" sldId="343"/>
            <ac:picMk id="7" creationId="{43D921E0-B206-43EB-8DBF-B31B49ABDA1F}"/>
          </ac:picMkLst>
        </pc:picChg>
      </pc:sldChg>
      <pc:sldChg chg="addSp delSp modSp add">
        <pc:chgData name="강환수" userId="f1cac8d9-9172-4d6c-9b10-74cb51d57900" providerId="ADAL" clId="{29FFED56-E85D-4D2E-BEA8-C5D4184AE9D0}" dt="2022-02-15T00:18:33.687" v="250"/>
        <pc:sldMkLst>
          <pc:docMk/>
          <pc:sldMk cId="2278930480" sldId="344"/>
        </pc:sldMkLst>
        <pc:spChg chg="mod">
          <ac:chgData name="강환수" userId="f1cac8d9-9172-4d6c-9b10-74cb51d57900" providerId="ADAL" clId="{29FFED56-E85D-4D2E-BEA8-C5D4184AE9D0}" dt="2022-02-15T00:16:16.705" v="236"/>
          <ac:spMkLst>
            <pc:docMk/>
            <pc:sldMk cId="2278930480" sldId="344"/>
            <ac:spMk id="2" creationId="{B8CF584A-D71A-4B1F-B184-9F53B3AD66E6}"/>
          </ac:spMkLst>
        </pc:spChg>
        <pc:spChg chg="mod">
          <ac:chgData name="강환수" userId="f1cac8d9-9172-4d6c-9b10-74cb51d57900" providerId="ADAL" clId="{29FFED56-E85D-4D2E-BEA8-C5D4184AE9D0}" dt="2022-02-15T00:16:34.300" v="237"/>
          <ac:spMkLst>
            <pc:docMk/>
            <pc:sldMk cId="2278930480" sldId="344"/>
            <ac:spMk id="3" creationId="{9474DA53-0B1D-40ED-8D46-8C64CFEA427C}"/>
          </ac:spMkLst>
        </pc:spChg>
        <pc:picChg chg="add del mod">
          <ac:chgData name="강환수" userId="f1cac8d9-9172-4d6c-9b10-74cb51d57900" providerId="ADAL" clId="{29FFED56-E85D-4D2E-BEA8-C5D4184AE9D0}" dt="2022-02-15T00:18:33.687" v="250"/>
          <ac:picMkLst>
            <pc:docMk/>
            <pc:sldMk cId="2278930480" sldId="344"/>
            <ac:picMk id="7" creationId="{0297EEA6-3943-40FF-B3D5-68B063C44E43}"/>
          </ac:picMkLst>
        </pc:picChg>
        <pc:picChg chg="add mod">
          <ac:chgData name="강환수" userId="f1cac8d9-9172-4d6c-9b10-74cb51d57900" providerId="ADAL" clId="{29FFED56-E85D-4D2E-BEA8-C5D4184AE9D0}" dt="2022-02-15T00:17:12.327" v="246" actId="1076"/>
          <ac:picMkLst>
            <pc:docMk/>
            <pc:sldMk cId="2278930480" sldId="344"/>
            <ac:picMk id="9" creationId="{A4BA4289-FBA1-4706-9412-7944A1CF3876}"/>
          </ac:picMkLst>
        </pc:picChg>
      </pc:sldChg>
      <pc:sldChg chg="addSp modSp add">
        <pc:chgData name="강환수" userId="f1cac8d9-9172-4d6c-9b10-74cb51d57900" providerId="ADAL" clId="{29FFED56-E85D-4D2E-BEA8-C5D4184AE9D0}" dt="2022-02-21T06:09:49.672" v="2100" actId="6549"/>
        <pc:sldMkLst>
          <pc:docMk/>
          <pc:sldMk cId="4220075762" sldId="345"/>
        </pc:sldMkLst>
        <pc:spChg chg="mod">
          <ac:chgData name="강환수" userId="f1cac8d9-9172-4d6c-9b10-74cb51d57900" providerId="ADAL" clId="{29FFED56-E85D-4D2E-BEA8-C5D4184AE9D0}" dt="2022-02-15T00:17:47.070" v="247"/>
          <ac:spMkLst>
            <pc:docMk/>
            <pc:sldMk cId="4220075762" sldId="345"/>
            <ac:spMk id="2" creationId="{6D22F233-15D1-474C-88E9-C421F45B20B6}"/>
          </ac:spMkLst>
        </pc:spChg>
        <pc:spChg chg="mod">
          <ac:chgData name="강환수" userId="f1cac8d9-9172-4d6c-9b10-74cb51d57900" providerId="ADAL" clId="{29FFED56-E85D-4D2E-BEA8-C5D4184AE9D0}" dt="2022-02-15T03:22:58.217" v="1892" actId="6549"/>
          <ac:spMkLst>
            <pc:docMk/>
            <pc:sldMk cId="4220075762" sldId="345"/>
            <ac:spMk id="3" creationId="{A1059230-A3B0-4EBE-AF1B-5568336EDBC3}"/>
          </ac:spMkLst>
        </pc:spChg>
        <pc:spChg chg="mod">
          <ac:chgData name="강환수" userId="f1cac8d9-9172-4d6c-9b10-74cb51d57900" providerId="ADAL" clId="{29FFED56-E85D-4D2E-BEA8-C5D4184AE9D0}" dt="2022-02-21T06:09:49.672" v="2100" actId="6549"/>
          <ac:spMkLst>
            <pc:docMk/>
            <pc:sldMk cId="4220075762" sldId="345"/>
            <ac:spMk id="4" creationId="{8DFBD0A0-C5AB-4A61-9E1D-1CB5110604D5}"/>
          </ac:spMkLst>
        </pc:spChg>
        <pc:spChg chg="add mod">
          <ac:chgData name="강환수" userId="f1cac8d9-9172-4d6c-9b10-74cb51d57900" providerId="ADAL" clId="{29FFED56-E85D-4D2E-BEA8-C5D4184AE9D0}" dt="2022-02-15T03:25:33.615" v="1956" actId="1076"/>
          <ac:spMkLst>
            <pc:docMk/>
            <pc:sldMk cId="4220075762" sldId="345"/>
            <ac:spMk id="7" creationId="{0AE790CB-DB44-4514-878F-BF938DC65BB0}"/>
          </ac:spMkLst>
        </pc:spChg>
        <pc:picChg chg="add mod">
          <ac:chgData name="강환수" userId="f1cac8d9-9172-4d6c-9b10-74cb51d57900" providerId="ADAL" clId="{29FFED56-E85D-4D2E-BEA8-C5D4184AE9D0}" dt="2022-02-15T03:23:03.455" v="1902" actId="1036"/>
          <ac:picMkLst>
            <pc:docMk/>
            <pc:sldMk cId="4220075762" sldId="345"/>
            <ac:picMk id="6" creationId="{E9E63377-6BDE-46AE-96FE-A9302348071C}"/>
          </ac:picMkLst>
        </pc:picChg>
        <pc:picChg chg="add mod">
          <ac:chgData name="강환수" userId="f1cac8d9-9172-4d6c-9b10-74cb51d57900" providerId="ADAL" clId="{29FFED56-E85D-4D2E-BEA8-C5D4184AE9D0}" dt="2022-02-15T03:23:03.455" v="1902" actId="1036"/>
          <ac:picMkLst>
            <pc:docMk/>
            <pc:sldMk cId="4220075762" sldId="345"/>
            <ac:picMk id="8" creationId="{4E6C8F0A-FC5B-4EBE-8EAB-48193FE08489}"/>
          </ac:picMkLst>
        </pc:picChg>
      </pc:sldChg>
      <pc:sldChg chg="addSp modSp add">
        <pc:chgData name="강환수" userId="f1cac8d9-9172-4d6c-9b10-74cb51d57900" providerId="ADAL" clId="{29FFED56-E85D-4D2E-BEA8-C5D4184AE9D0}" dt="2022-02-15T01:03:23.203" v="310" actId="1076"/>
        <pc:sldMkLst>
          <pc:docMk/>
          <pc:sldMk cId="2829986507" sldId="347"/>
        </pc:sldMkLst>
        <pc:spChg chg="mod">
          <ac:chgData name="강환수" userId="f1cac8d9-9172-4d6c-9b10-74cb51d57900" providerId="ADAL" clId="{29FFED56-E85D-4D2E-BEA8-C5D4184AE9D0}" dt="2022-02-15T01:02:48.615" v="303"/>
          <ac:spMkLst>
            <pc:docMk/>
            <pc:sldMk cId="2829986507" sldId="347"/>
            <ac:spMk id="2" creationId="{BEDF32CF-B770-4E58-8D81-159192D3FE16}"/>
          </ac:spMkLst>
        </pc:spChg>
        <pc:spChg chg="mod">
          <ac:chgData name="강환수" userId="f1cac8d9-9172-4d6c-9b10-74cb51d57900" providerId="ADAL" clId="{29FFED56-E85D-4D2E-BEA8-C5D4184AE9D0}" dt="2022-02-15T01:03:05.714" v="304"/>
          <ac:spMkLst>
            <pc:docMk/>
            <pc:sldMk cId="2829986507" sldId="347"/>
            <ac:spMk id="3" creationId="{33007EA4-4311-45AD-9537-378E705D11B8}"/>
          </ac:spMkLst>
        </pc:spChg>
        <pc:picChg chg="add mod">
          <ac:chgData name="강환수" userId="f1cac8d9-9172-4d6c-9b10-74cb51d57900" providerId="ADAL" clId="{29FFED56-E85D-4D2E-BEA8-C5D4184AE9D0}" dt="2022-02-15T01:03:23.203" v="310" actId="1076"/>
          <ac:picMkLst>
            <pc:docMk/>
            <pc:sldMk cId="2829986507" sldId="347"/>
            <ac:picMk id="7" creationId="{1A0492B1-60AD-4E97-ADD4-F4123D3AD3F9}"/>
          </ac:picMkLst>
        </pc:picChg>
      </pc:sldChg>
      <pc:sldChg chg="addSp modSp add">
        <pc:chgData name="강환수" userId="f1cac8d9-9172-4d6c-9b10-74cb51d57900" providerId="ADAL" clId="{29FFED56-E85D-4D2E-BEA8-C5D4184AE9D0}" dt="2022-02-15T01:05:21.182" v="361" actId="1037"/>
        <pc:sldMkLst>
          <pc:docMk/>
          <pc:sldMk cId="3820620507" sldId="348"/>
        </pc:sldMkLst>
        <pc:spChg chg="mod">
          <ac:chgData name="강환수" userId="f1cac8d9-9172-4d6c-9b10-74cb51d57900" providerId="ADAL" clId="{29FFED56-E85D-4D2E-BEA8-C5D4184AE9D0}" dt="2022-02-15T01:04:28.215" v="311"/>
          <ac:spMkLst>
            <pc:docMk/>
            <pc:sldMk cId="3820620507" sldId="348"/>
            <ac:spMk id="2" creationId="{13199DDF-B8C9-4F54-908F-6D78AC876CC1}"/>
          </ac:spMkLst>
        </pc:spChg>
        <pc:spChg chg="mod">
          <ac:chgData name="강환수" userId="f1cac8d9-9172-4d6c-9b10-74cb51d57900" providerId="ADAL" clId="{29FFED56-E85D-4D2E-BEA8-C5D4184AE9D0}" dt="2022-02-15T01:04:56.981" v="313"/>
          <ac:spMkLst>
            <pc:docMk/>
            <pc:sldMk cId="3820620507" sldId="348"/>
            <ac:spMk id="3" creationId="{ABB59EC7-EA3E-4452-B840-2F680E1AA4F1}"/>
          </ac:spMkLst>
        </pc:spChg>
        <pc:spChg chg="mod">
          <ac:chgData name="강환수" userId="f1cac8d9-9172-4d6c-9b10-74cb51d57900" providerId="ADAL" clId="{29FFED56-E85D-4D2E-BEA8-C5D4184AE9D0}" dt="2022-02-15T01:04:38.902" v="312"/>
          <ac:spMkLst>
            <pc:docMk/>
            <pc:sldMk cId="3820620507" sldId="348"/>
            <ac:spMk id="4" creationId="{89321A35-1B50-423B-9761-2A2B2912C272}"/>
          </ac:spMkLst>
        </pc:spChg>
        <pc:picChg chg="add mod">
          <ac:chgData name="강환수" userId="f1cac8d9-9172-4d6c-9b10-74cb51d57900" providerId="ADAL" clId="{29FFED56-E85D-4D2E-BEA8-C5D4184AE9D0}" dt="2022-02-15T01:05:21.182" v="361" actId="1037"/>
          <ac:picMkLst>
            <pc:docMk/>
            <pc:sldMk cId="3820620507" sldId="348"/>
            <ac:picMk id="7" creationId="{BEFD74E2-F51B-475F-A7AC-B851CD1E42E3}"/>
          </ac:picMkLst>
        </pc:picChg>
      </pc:sldChg>
      <pc:sldChg chg="modSp add">
        <pc:chgData name="강환수" userId="f1cac8d9-9172-4d6c-9b10-74cb51d57900" providerId="ADAL" clId="{29FFED56-E85D-4D2E-BEA8-C5D4184AE9D0}" dt="2022-02-15T03:26:19.501" v="1957" actId="6549"/>
        <pc:sldMkLst>
          <pc:docMk/>
          <pc:sldMk cId="279868098" sldId="349"/>
        </pc:sldMkLst>
        <pc:spChg chg="mod">
          <ac:chgData name="강환수" userId="f1cac8d9-9172-4d6c-9b10-74cb51d57900" providerId="ADAL" clId="{29FFED56-E85D-4D2E-BEA8-C5D4184AE9D0}" dt="2022-02-15T01:05:44.429" v="363"/>
          <ac:spMkLst>
            <pc:docMk/>
            <pc:sldMk cId="279868098" sldId="349"/>
            <ac:spMk id="2" creationId="{FA13FED6-4F28-4528-89CF-D257B31AC88E}"/>
          </ac:spMkLst>
        </pc:spChg>
        <pc:spChg chg="mod">
          <ac:chgData name="강환수" userId="f1cac8d9-9172-4d6c-9b10-74cb51d57900" providerId="ADAL" clId="{29FFED56-E85D-4D2E-BEA8-C5D4184AE9D0}" dt="2022-02-15T03:26:19.501" v="1957" actId="6549"/>
          <ac:spMkLst>
            <pc:docMk/>
            <pc:sldMk cId="279868098" sldId="349"/>
            <ac:spMk id="3" creationId="{2AE0AD5F-01FD-4F82-A71B-89C259428762}"/>
          </ac:spMkLst>
        </pc:spChg>
      </pc:sldChg>
      <pc:sldChg chg="addSp modSp add">
        <pc:chgData name="강환수" userId="f1cac8d9-9172-4d6c-9b10-74cb51d57900" providerId="ADAL" clId="{29FFED56-E85D-4D2E-BEA8-C5D4184AE9D0}" dt="2022-02-21T06:11:16.596" v="2101" actId="15"/>
        <pc:sldMkLst>
          <pc:docMk/>
          <pc:sldMk cId="1147114237" sldId="350"/>
        </pc:sldMkLst>
        <pc:spChg chg="mod">
          <ac:chgData name="강환수" userId="f1cac8d9-9172-4d6c-9b10-74cb51d57900" providerId="ADAL" clId="{29FFED56-E85D-4D2E-BEA8-C5D4184AE9D0}" dt="2022-02-15T01:15:25.694" v="579"/>
          <ac:spMkLst>
            <pc:docMk/>
            <pc:sldMk cId="1147114237" sldId="350"/>
            <ac:spMk id="2" creationId="{B67A3C1F-70B8-474F-8344-ACE85E380994}"/>
          </ac:spMkLst>
        </pc:spChg>
        <pc:spChg chg="mod">
          <ac:chgData name="강환수" userId="f1cac8d9-9172-4d6c-9b10-74cb51d57900" providerId="ADAL" clId="{29FFED56-E85D-4D2E-BEA8-C5D4184AE9D0}" dt="2022-02-21T06:11:16.596" v="2101" actId="15"/>
          <ac:spMkLst>
            <pc:docMk/>
            <pc:sldMk cId="1147114237" sldId="350"/>
            <ac:spMk id="3" creationId="{43B7533A-F654-4666-A19C-3CE29DB34AE3}"/>
          </ac:spMkLst>
        </pc:spChg>
        <pc:picChg chg="add mod">
          <ac:chgData name="강환수" userId="f1cac8d9-9172-4d6c-9b10-74cb51d57900" providerId="ADAL" clId="{29FFED56-E85D-4D2E-BEA8-C5D4184AE9D0}" dt="2022-02-15T01:16:06.579" v="583" actId="1076"/>
          <ac:picMkLst>
            <pc:docMk/>
            <pc:sldMk cId="1147114237" sldId="350"/>
            <ac:picMk id="7" creationId="{B9FA6A5D-9FF8-4D75-BD5C-FF2A3BE3F0D3}"/>
          </ac:picMkLst>
        </pc:picChg>
      </pc:sldChg>
      <pc:sldChg chg="addSp modSp add ord">
        <pc:chgData name="강환수" userId="f1cac8d9-9172-4d6c-9b10-74cb51d57900" providerId="ADAL" clId="{29FFED56-E85D-4D2E-BEA8-C5D4184AE9D0}" dt="2022-02-15T03:04:34.025" v="1650" actId="20577"/>
        <pc:sldMkLst>
          <pc:docMk/>
          <pc:sldMk cId="3753949957" sldId="351"/>
        </pc:sldMkLst>
        <pc:spChg chg="mod">
          <ac:chgData name="강환수" userId="f1cac8d9-9172-4d6c-9b10-74cb51d57900" providerId="ADAL" clId="{29FFED56-E85D-4D2E-BEA8-C5D4184AE9D0}" dt="2022-02-15T01:11:54.166" v="513"/>
          <ac:spMkLst>
            <pc:docMk/>
            <pc:sldMk cId="3753949957" sldId="351"/>
            <ac:spMk id="2" creationId="{65974503-8D4E-4A9A-893C-653BEAF74C03}"/>
          </ac:spMkLst>
        </pc:spChg>
        <pc:spChg chg="mod">
          <ac:chgData name="강환수" userId="f1cac8d9-9172-4d6c-9b10-74cb51d57900" providerId="ADAL" clId="{29FFED56-E85D-4D2E-BEA8-C5D4184AE9D0}" dt="2022-02-15T01:12:11.117" v="514"/>
          <ac:spMkLst>
            <pc:docMk/>
            <pc:sldMk cId="3753949957" sldId="351"/>
            <ac:spMk id="3" creationId="{FC22DC95-28FC-45BC-B39A-F7BE1B651C49}"/>
          </ac:spMkLst>
        </pc:spChg>
        <pc:spChg chg="mod">
          <ac:chgData name="강환수" userId="f1cac8d9-9172-4d6c-9b10-74cb51d57900" providerId="ADAL" clId="{29FFED56-E85D-4D2E-BEA8-C5D4184AE9D0}" dt="2022-02-15T03:04:34.025" v="1650" actId="20577"/>
          <ac:spMkLst>
            <pc:docMk/>
            <pc:sldMk cId="3753949957" sldId="351"/>
            <ac:spMk id="4" creationId="{2DAFDBB5-981C-4C6F-AD75-86EC5E801F21}"/>
          </ac:spMkLst>
        </pc:spChg>
        <pc:picChg chg="add mod">
          <ac:chgData name="강환수" userId="f1cac8d9-9172-4d6c-9b10-74cb51d57900" providerId="ADAL" clId="{29FFED56-E85D-4D2E-BEA8-C5D4184AE9D0}" dt="2022-02-15T01:12:39.149" v="535" actId="1035"/>
          <ac:picMkLst>
            <pc:docMk/>
            <pc:sldMk cId="3753949957" sldId="351"/>
            <ac:picMk id="7" creationId="{B0E49E29-4D66-41E7-80E1-7B8527A0E950}"/>
          </ac:picMkLst>
        </pc:picChg>
      </pc:sldChg>
      <pc:sldChg chg="modSp add">
        <pc:chgData name="강환수" userId="f1cac8d9-9172-4d6c-9b10-74cb51d57900" providerId="ADAL" clId="{29FFED56-E85D-4D2E-BEA8-C5D4184AE9D0}" dt="2022-02-15T01:17:20.750" v="598" actId="20577"/>
        <pc:sldMkLst>
          <pc:docMk/>
          <pc:sldMk cId="3350578153" sldId="352"/>
        </pc:sldMkLst>
        <pc:spChg chg="mod">
          <ac:chgData name="강환수" userId="f1cac8d9-9172-4d6c-9b10-74cb51d57900" providerId="ADAL" clId="{29FFED56-E85D-4D2E-BEA8-C5D4184AE9D0}" dt="2022-02-15T01:16:40.468" v="593" actId="6549"/>
          <ac:spMkLst>
            <pc:docMk/>
            <pc:sldMk cId="3350578153" sldId="352"/>
            <ac:spMk id="2" creationId="{689EBB00-5576-4A1F-9D43-3B6280E0D48D}"/>
          </ac:spMkLst>
        </pc:spChg>
        <pc:spChg chg="mod">
          <ac:chgData name="강환수" userId="f1cac8d9-9172-4d6c-9b10-74cb51d57900" providerId="ADAL" clId="{29FFED56-E85D-4D2E-BEA8-C5D4184AE9D0}" dt="2022-02-15T01:17:20.750" v="598" actId="20577"/>
          <ac:spMkLst>
            <pc:docMk/>
            <pc:sldMk cId="3350578153" sldId="352"/>
            <ac:spMk id="3" creationId="{3389BEB5-757F-4CAF-8D97-111E22D4A836}"/>
          </ac:spMkLst>
        </pc:spChg>
        <pc:spChg chg="mod">
          <ac:chgData name="강환수" userId="f1cac8d9-9172-4d6c-9b10-74cb51d57900" providerId="ADAL" clId="{29FFED56-E85D-4D2E-BEA8-C5D4184AE9D0}" dt="2022-02-15T01:16:54.750" v="595" actId="20577"/>
          <ac:spMkLst>
            <pc:docMk/>
            <pc:sldMk cId="3350578153" sldId="352"/>
            <ac:spMk id="4" creationId="{48840AE7-43D6-4B33-B938-78CD4817F1E3}"/>
          </ac:spMkLst>
        </pc:spChg>
      </pc:sldChg>
      <pc:sldChg chg="modSp add">
        <pc:chgData name="강환수" userId="f1cac8d9-9172-4d6c-9b10-74cb51d57900" providerId="ADAL" clId="{29FFED56-E85D-4D2E-BEA8-C5D4184AE9D0}" dt="2022-02-15T01:17:56.856" v="600"/>
        <pc:sldMkLst>
          <pc:docMk/>
          <pc:sldMk cId="1303131145" sldId="353"/>
        </pc:sldMkLst>
        <pc:spChg chg="mod">
          <ac:chgData name="강환수" userId="f1cac8d9-9172-4d6c-9b10-74cb51d57900" providerId="ADAL" clId="{29FFED56-E85D-4D2E-BEA8-C5D4184AE9D0}" dt="2022-02-15T01:17:39.317" v="599"/>
          <ac:spMkLst>
            <pc:docMk/>
            <pc:sldMk cId="1303131145" sldId="353"/>
            <ac:spMk id="2" creationId="{1B859C48-5482-4A42-AD31-7C64A880B72C}"/>
          </ac:spMkLst>
        </pc:spChg>
        <pc:spChg chg="mod">
          <ac:chgData name="강환수" userId="f1cac8d9-9172-4d6c-9b10-74cb51d57900" providerId="ADAL" clId="{29FFED56-E85D-4D2E-BEA8-C5D4184AE9D0}" dt="2022-02-15T01:17:56.856" v="600"/>
          <ac:spMkLst>
            <pc:docMk/>
            <pc:sldMk cId="1303131145" sldId="353"/>
            <ac:spMk id="3" creationId="{68BF1211-15E3-4AFB-AD79-3DF0700F216D}"/>
          </ac:spMkLst>
        </pc:spChg>
      </pc:sldChg>
      <pc:sldChg chg="addSp modSp add">
        <pc:chgData name="강환수" userId="f1cac8d9-9172-4d6c-9b10-74cb51d57900" providerId="ADAL" clId="{29FFED56-E85D-4D2E-BEA8-C5D4184AE9D0}" dt="2022-02-15T01:25:25.473" v="718" actId="1036"/>
        <pc:sldMkLst>
          <pc:docMk/>
          <pc:sldMk cId="1667410837" sldId="354"/>
        </pc:sldMkLst>
        <pc:spChg chg="mod">
          <ac:chgData name="강환수" userId="f1cac8d9-9172-4d6c-9b10-74cb51d57900" providerId="ADAL" clId="{29FFED56-E85D-4D2E-BEA8-C5D4184AE9D0}" dt="2022-02-15T01:20:28.765" v="601"/>
          <ac:spMkLst>
            <pc:docMk/>
            <pc:sldMk cId="1667410837" sldId="354"/>
            <ac:spMk id="2" creationId="{2C2E8A0E-6491-49CC-BFA4-E046B3602490}"/>
          </ac:spMkLst>
        </pc:spChg>
        <pc:spChg chg="mod">
          <ac:chgData name="강환수" userId="f1cac8d9-9172-4d6c-9b10-74cb51d57900" providerId="ADAL" clId="{29FFED56-E85D-4D2E-BEA8-C5D4184AE9D0}" dt="2022-02-15T01:24:46.283" v="691" actId="6549"/>
          <ac:spMkLst>
            <pc:docMk/>
            <pc:sldMk cId="1667410837" sldId="354"/>
            <ac:spMk id="3" creationId="{6FE6242C-659E-48AB-854B-D7CC6D59A733}"/>
          </ac:spMkLst>
        </pc:spChg>
        <pc:picChg chg="add mod">
          <ac:chgData name="강환수" userId="f1cac8d9-9172-4d6c-9b10-74cb51d57900" providerId="ADAL" clId="{29FFED56-E85D-4D2E-BEA8-C5D4184AE9D0}" dt="2022-02-15T01:25:25.473" v="718" actId="1036"/>
          <ac:picMkLst>
            <pc:docMk/>
            <pc:sldMk cId="1667410837" sldId="354"/>
            <ac:picMk id="7" creationId="{59305FDA-85F8-40E2-914C-13471BF9407E}"/>
          </ac:picMkLst>
        </pc:picChg>
      </pc:sldChg>
      <pc:sldChg chg="addSp modSp add">
        <pc:chgData name="강환수" userId="f1cac8d9-9172-4d6c-9b10-74cb51d57900" providerId="ADAL" clId="{29FFED56-E85D-4D2E-BEA8-C5D4184AE9D0}" dt="2022-02-15T03:29:09.142" v="2001" actId="6549"/>
        <pc:sldMkLst>
          <pc:docMk/>
          <pc:sldMk cId="3488808694" sldId="355"/>
        </pc:sldMkLst>
        <pc:spChg chg="mod">
          <ac:chgData name="강환수" userId="f1cac8d9-9172-4d6c-9b10-74cb51d57900" providerId="ADAL" clId="{29FFED56-E85D-4D2E-BEA8-C5D4184AE9D0}" dt="2022-02-15T01:31:05.841" v="740"/>
          <ac:spMkLst>
            <pc:docMk/>
            <pc:sldMk cId="3488808694" sldId="355"/>
            <ac:spMk id="2" creationId="{ADD9FCB8-71E6-496C-8C14-FD7CF8A0EC7F}"/>
          </ac:spMkLst>
        </pc:spChg>
        <pc:spChg chg="mod">
          <ac:chgData name="강환수" userId="f1cac8d9-9172-4d6c-9b10-74cb51d57900" providerId="ADAL" clId="{29FFED56-E85D-4D2E-BEA8-C5D4184AE9D0}" dt="2022-02-15T03:29:09.142" v="2001" actId="6549"/>
          <ac:spMkLst>
            <pc:docMk/>
            <pc:sldMk cId="3488808694" sldId="355"/>
            <ac:spMk id="3" creationId="{FF85D2D0-9C4D-4546-B2CE-008EA39431DA}"/>
          </ac:spMkLst>
        </pc:spChg>
        <pc:picChg chg="add mod">
          <ac:chgData name="강환수" userId="f1cac8d9-9172-4d6c-9b10-74cb51d57900" providerId="ADAL" clId="{29FFED56-E85D-4D2E-BEA8-C5D4184AE9D0}" dt="2022-02-15T01:50:32.705" v="911" actId="1076"/>
          <ac:picMkLst>
            <pc:docMk/>
            <pc:sldMk cId="3488808694" sldId="355"/>
            <ac:picMk id="7" creationId="{E1F449CA-7E1B-4C96-BAD5-3D0ADB872E11}"/>
          </ac:picMkLst>
        </pc:picChg>
      </pc:sldChg>
      <pc:sldChg chg="addSp modSp add">
        <pc:chgData name="강환수" userId="f1cac8d9-9172-4d6c-9b10-74cb51d57900" providerId="ADAL" clId="{29FFED56-E85D-4D2E-BEA8-C5D4184AE9D0}" dt="2022-02-15T03:29:21.101" v="2002" actId="6549"/>
        <pc:sldMkLst>
          <pc:docMk/>
          <pc:sldMk cId="113991721" sldId="356"/>
        </pc:sldMkLst>
        <pc:spChg chg="mod">
          <ac:chgData name="강환수" userId="f1cac8d9-9172-4d6c-9b10-74cb51d57900" providerId="ADAL" clId="{29FFED56-E85D-4D2E-BEA8-C5D4184AE9D0}" dt="2022-02-15T01:31:47.498" v="742"/>
          <ac:spMkLst>
            <pc:docMk/>
            <pc:sldMk cId="113991721" sldId="356"/>
            <ac:spMk id="2" creationId="{0E63240A-82FA-4BA0-9B01-9E6DEB6DEB73}"/>
          </ac:spMkLst>
        </pc:spChg>
        <pc:spChg chg="mod">
          <ac:chgData name="강환수" userId="f1cac8d9-9172-4d6c-9b10-74cb51d57900" providerId="ADAL" clId="{29FFED56-E85D-4D2E-BEA8-C5D4184AE9D0}" dt="2022-02-15T03:29:21.101" v="2002" actId="6549"/>
          <ac:spMkLst>
            <pc:docMk/>
            <pc:sldMk cId="113991721" sldId="356"/>
            <ac:spMk id="3" creationId="{18E1DC1E-360B-45F7-9EEE-243107C3244C}"/>
          </ac:spMkLst>
        </pc:spChg>
        <pc:picChg chg="add mod">
          <ac:chgData name="강환수" userId="f1cac8d9-9172-4d6c-9b10-74cb51d57900" providerId="ADAL" clId="{29FFED56-E85D-4D2E-BEA8-C5D4184AE9D0}" dt="2022-02-15T01:52:22.204" v="937" actId="1038"/>
          <ac:picMkLst>
            <pc:docMk/>
            <pc:sldMk cId="113991721" sldId="356"/>
            <ac:picMk id="7" creationId="{D39B32F3-1646-4F7A-B5F9-5F91DC964973}"/>
          </ac:picMkLst>
        </pc:picChg>
      </pc:sldChg>
      <pc:sldChg chg="modSp add">
        <pc:chgData name="강환수" userId="f1cac8d9-9172-4d6c-9b10-74cb51d57900" providerId="ADAL" clId="{29FFED56-E85D-4D2E-BEA8-C5D4184AE9D0}" dt="2022-02-15T03:30:13.629" v="2035" actId="15"/>
        <pc:sldMkLst>
          <pc:docMk/>
          <pc:sldMk cId="1677919586" sldId="357"/>
        </pc:sldMkLst>
        <pc:spChg chg="mod">
          <ac:chgData name="강환수" userId="f1cac8d9-9172-4d6c-9b10-74cb51d57900" providerId="ADAL" clId="{29FFED56-E85D-4D2E-BEA8-C5D4184AE9D0}" dt="2022-02-15T01:32:17.849" v="744"/>
          <ac:spMkLst>
            <pc:docMk/>
            <pc:sldMk cId="1677919586" sldId="357"/>
            <ac:spMk id="2" creationId="{89792367-B60E-421E-B184-2A634F9AFD0D}"/>
          </ac:spMkLst>
        </pc:spChg>
        <pc:spChg chg="mod">
          <ac:chgData name="강환수" userId="f1cac8d9-9172-4d6c-9b10-74cb51d57900" providerId="ADAL" clId="{29FFED56-E85D-4D2E-BEA8-C5D4184AE9D0}" dt="2022-02-15T03:30:13.629" v="2035" actId="15"/>
          <ac:spMkLst>
            <pc:docMk/>
            <pc:sldMk cId="1677919586" sldId="357"/>
            <ac:spMk id="3" creationId="{41EF4EB7-02E9-4820-AB63-064E8EFEABDF}"/>
          </ac:spMkLst>
        </pc:spChg>
      </pc:sldChg>
      <pc:sldChg chg="modSp add">
        <pc:chgData name="강환수" userId="f1cac8d9-9172-4d6c-9b10-74cb51d57900" providerId="ADAL" clId="{29FFED56-E85D-4D2E-BEA8-C5D4184AE9D0}" dt="2022-02-21T06:16:10.145" v="2105" actId="6549"/>
        <pc:sldMkLst>
          <pc:docMk/>
          <pc:sldMk cId="1492184099" sldId="358"/>
        </pc:sldMkLst>
        <pc:spChg chg="mod">
          <ac:chgData name="강환수" userId="f1cac8d9-9172-4d6c-9b10-74cb51d57900" providerId="ADAL" clId="{29FFED56-E85D-4D2E-BEA8-C5D4184AE9D0}" dt="2022-02-15T01:49:06.973" v="907"/>
          <ac:spMkLst>
            <pc:docMk/>
            <pc:sldMk cId="1492184099" sldId="358"/>
            <ac:spMk id="2" creationId="{1D154EEA-A19E-4354-8C7E-9233BFB29CC5}"/>
          </ac:spMkLst>
        </pc:spChg>
        <pc:spChg chg="mod">
          <ac:chgData name="강환수" userId="f1cac8d9-9172-4d6c-9b10-74cb51d57900" providerId="ADAL" clId="{29FFED56-E85D-4D2E-BEA8-C5D4184AE9D0}" dt="2022-02-21T06:16:10.145" v="2105" actId="6549"/>
          <ac:spMkLst>
            <pc:docMk/>
            <pc:sldMk cId="1492184099" sldId="358"/>
            <ac:spMk id="3" creationId="{89A262FD-44E5-4517-856E-AD693F2C256D}"/>
          </ac:spMkLst>
        </pc:spChg>
      </pc:sldChg>
      <pc:sldChg chg="addSp modSp add">
        <pc:chgData name="강환수" userId="f1cac8d9-9172-4d6c-9b10-74cb51d57900" providerId="ADAL" clId="{29FFED56-E85D-4D2E-BEA8-C5D4184AE9D0}" dt="2022-02-15T01:36:58.160" v="847" actId="6549"/>
        <pc:sldMkLst>
          <pc:docMk/>
          <pc:sldMk cId="2181128135" sldId="359"/>
        </pc:sldMkLst>
        <pc:spChg chg="mod">
          <ac:chgData name="강환수" userId="f1cac8d9-9172-4d6c-9b10-74cb51d57900" providerId="ADAL" clId="{29FFED56-E85D-4D2E-BEA8-C5D4184AE9D0}" dt="2022-02-15T01:35:35.841" v="806"/>
          <ac:spMkLst>
            <pc:docMk/>
            <pc:sldMk cId="2181128135" sldId="359"/>
            <ac:spMk id="2" creationId="{61B9628B-519A-445B-8198-CD12C70B0119}"/>
          </ac:spMkLst>
        </pc:spChg>
        <pc:spChg chg="mod">
          <ac:chgData name="강환수" userId="f1cac8d9-9172-4d6c-9b10-74cb51d57900" providerId="ADAL" clId="{29FFED56-E85D-4D2E-BEA8-C5D4184AE9D0}" dt="2022-02-15T01:36:58.160" v="847" actId="6549"/>
          <ac:spMkLst>
            <pc:docMk/>
            <pc:sldMk cId="2181128135" sldId="359"/>
            <ac:spMk id="3" creationId="{BF5A6B3D-50C5-4882-80DE-D113DE38A237}"/>
          </ac:spMkLst>
        </pc:spChg>
        <pc:spChg chg="mod">
          <ac:chgData name="강환수" userId="f1cac8d9-9172-4d6c-9b10-74cb51d57900" providerId="ADAL" clId="{29FFED56-E85D-4D2E-BEA8-C5D4184AE9D0}" dt="2022-02-15T01:34:22.937" v="759" actId="6549"/>
          <ac:spMkLst>
            <pc:docMk/>
            <pc:sldMk cId="2181128135" sldId="359"/>
            <ac:spMk id="4" creationId="{2FECA834-568D-4924-855C-007DC74297CF}"/>
          </ac:spMkLst>
        </pc:spChg>
        <pc:picChg chg="add mod">
          <ac:chgData name="강환수" userId="f1cac8d9-9172-4d6c-9b10-74cb51d57900" providerId="ADAL" clId="{29FFED56-E85D-4D2E-BEA8-C5D4184AE9D0}" dt="2022-02-15T01:36:44.207" v="842" actId="1038"/>
          <ac:picMkLst>
            <pc:docMk/>
            <pc:sldMk cId="2181128135" sldId="359"/>
            <ac:picMk id="7" creationId="{EA7B170D-2BAD-4A4A-BDFA-7B97E04544DE}"/>
          </ac:picMkLst>
        </pc:picChg>
      </pc:sldChg>
      <pc:sldChg chg="addSp modSp add">
        <pc:chgData name="강환수" userId="f1cac8d9-9172-4d6c-9b10-74cb51d57900" providerId="ADAL" clId="{29FFED56-E85D-4D2E-BEA8-C5D4184AE9D0}" dt="2022-02-15T01:38:33.553" v="888" actId="1076"/>
        <pc:sldMkLst>
          <pc:docMk/>
          <pc:sldMk cId="3981042724" sldId="360"/>
        </pc:sldMkLst>
        <pc:spChg chg="mod">
          <ac:chgData name="강환수" userId="f1cac8d9-9172-4d6c-9b10-74cb51d57900" providerId="ADAL" clId="{29FFED56-E85D-4D2E-BEA8-C5D4184AE9D0}" dt="2022-02-15T01:37:42.209" v="867"/>
          <ac:spMkLst>
            <pc:docMk/>
            <pc:sldMk cId="3981042724" sldId="360"/>
            <ac:spMk id="2" creationId="{BB7A99F6-0992-43BD-8C11-EBBA0C929CFE}"/>
          </ac:spMkLst>
        </pc:spChg>
        <pc:spChg chg="mod">
          <ac:chgData name="강환수" userId="f1cac8d9-9172-4d6c-9b10-74cb51d57900" providerId="ADAL" clId="{29FFED56-E85D-4D2E-BEA8-C5D4184AE9D0}" dt="2022-02-15T01:38:13.936" v="883" actId="6549"/>
          <ac:spMkLst>
            <pc:docMk/>
            <pc:sldMk cId="3981042724" sldId="360"/>
            <ac:spMk id="3" creationId="{ACA07FF2-D887-4FE0-BCE8-0C6C0F887C1F}"/>
          </ac:spMkLst>
        </pc:spChg>
        <pc:spChg chg="mod">
          <ac:chgData name="강환수" userId="f1cac8d9-9172-4d6c-9b10-74cb51d57900" providerId="ADAL" clId="{29FFED56-E85D-4D2E-BEA8-C5D4184AE9D0}" dt="2022-02-15T01:38:03.400" v="875" actId="6549"/>
          <ac:spMkLst>
            <pc:docMk/>
            <pc:sldMk cId="3981042724" sldId="360"/>
            <ac:spMk id="4" creationId="{4A17FD40-BBC8-4668-BA08-7A5FA259D931}"/>
          </ac:spMkLst>
        </pc:spChg>
        <pc:picChg chg="add mod">
          <ac:chgData name="강환수" userId="f1cac8d9-9172-4d6c-9b10-74cb51d57900" providerId="ADAL" clId="{29FFED56-E85D-4D2E-BEA8-C5D4184AE9D0}" dt="2022-02-15T01:38:33.553" v="888" actId="1076"/>
          <ac:picMkLst>
            <pc:docMk/>
            <pc:sldMk cId="3981042724" sldId="360"/>
            <ac:picMk id="7" creationId="{54092F08-4672-4428-997F-C9E1E63F3678}"/>
          </ac:picMkLst>
        </pc:picChg>
      </pc:sldChg>
      <pc:sldChg chg="addSp modSp add">
        <pc:chgData name="강환수" userId="f1cac8d9-9172-4d6c-9b10-74cb51d57900" providerId="ADAL" clId="{29FFED56-E85D-4D2E-BEA8-C5D4184AE9D0}" dt="2022-02-15T03:16:08.979" v="1763" actId="14100"/>
        <pc:sldMkLst>
          <pc:docMk/>
          <pc:sldMk cId="489991192" sldId="361"/>
        </pc:sldMkLst>
        <pc:spChg chg="mod">
          <ac:chgData name="강환수" userId="f1cac8d9-9172-4d6c-9b10-74cb51d57900" providerId="ADAL" clId="{29FFED56-E85D-4D2E-BEA8-C5D4184AE9D0}" dt="2022-02-15T02:24:36.374" v="1174"/>
          <ac:spMkLst>
            <pc:docMk/>
            <pc:sldMk cId="489991192" sldId="361"/>
            <ac:spMk id="2" creationId="{A367E412-A0A7-4798-9887-0D592E736A36}"/>
          </ac:spMkLst>
        </pc:spChg>
        <pc:spChg chg="mod">
          <ac:chgData name="강환수" userId="f1cac8d9-9172-4d6c-9b10-74cb51d57900" providerId="ADAL" clId="{29FFED56-E85D-4D2E-BEA8-C5D4184AE9D0}" dt="2022-02-15T03:15:52.143" v="1761" actId="6549"/>
          <ac:spMkLst>
            <pc:docMk/>
            <pc:sldMk cId="489991192" sldId="361"/>
            <ac:spMk id="3" creationId="{3EC2B8E0-74FB-455D-B07E-C4FA8976F75E}"/>
          </ac:spMkLst>
        </pc:spChg>
        <pc:spChg chg="mod">
          <ac:chgData name="강환수" userId="f1cac8d9-9172-4d6c-9b10-74cb51d57900" providerId="ADAL" clId="{29FFED56-E85D-4D2E-BEA8-C5D4184AE9D0}" dt="2022-02-15T02:25:04.687" v="1178" actId="6549"/>
          <ac:spMkLst>
            <pc:docMk/>
            <pc:sldMk cId="489991192" sldId="361"/>
            <ac:spMk id="4" creationId="{82BE5F69-962E-46A0-A366-7DBEC42B14F6}"/>
          </ac:spMkLst>
        </pc:spChg>
        <pc:picChg chg="add mod">
          <ac:chgData name="강환수" userId="f1cac8d9-9172-4d6c-9b10-74cb51d57900" providerId="ADAL" clId="{29FFED56-E85D-4D2E-BEA8-C5D4184AE9D0}" dt="2022-02-15T03:16:08.979" v="1763" actId="14100"/>
          <ac:picMkLst>
            <pc:docMk/>
            <pc:sldMk cId="489991192" sldId="361"/>
            <ac:picMk id="7" creationId="{B7B75C1D-698C-4D4D-9C9B-8C6C56DE3B19}"/>
          </ac:picMkLst>
        </pc:picChg>
      </pc:sldChg>
      <pc:sldChg chg="addSp modSp add">
        <pc:chgData name="강환수" userId="f1cac8d9-9172-4d6c-9b10-74cb51d57900" providerId="ADAL" clId="{29FFED56-E85D-4D2E-BEA8-C5D4184AE9D0}" dt="2022-02-15T03:17:30.023" v="1787" actId="1036"/>
        <pc:sldMkLst>
          <pc:docMk/>
          <pc:sldMk cId="3036270251" sldId="362"/>
        </pc:sldMkLst>
        <pc:spChg chg="mod">
          <ac:chgData name="강환수" userId="f1cac8d9-9172-4d6c-9b10-74cb51d57900" providerId="ADAL" clId="{29FFED56-E85D-4D2E-BEA8-C5D4184AE9D0}" dt="2022-02-15T02:27:45.795" v="1230" actId="6549"/>
          <ac:spMkLst>
            <pc:docMk/>
            <pc:sldMk cId="3036270251" sldId="362"/>
            <ac:spMk id="2" creationId="{2CB46AEE-CFE0-4203-A3F3-2A412414FDEF}"/>
          </ac:spMkLst>
        </pc:spChg>
        <pc:spChg chg="mod">
          <ac:chgData name="강환수" userId="f1cac8d9-9172-4d6c-9b10-74cb51d57900" providerId="ADAL" clId="{29FFED56-E85D-4D2E-BEA8-C5D4184AE9D0}" dt="2022-02-15T03:17:26.041" v="1781" actId="6549"/>
          <ac:spMkLst>
            <pc:docMk/>
            <pc:sldMk cId="3036270251" sldId="362"/>
            <ac:spMk id="3" creationId="{1CA28CFE-E52E-49D3-A0EC-133FA71B8970}"/>
          </ac:spMkLst>
        </pc:spChg>
        <pc:spChg chg="mod">
          <ac:chgData name="강환수" userId="f1cac8d9-9172-4d6c-9b10-74cb51d57900" providerId="ADAL" clId="{29FFED56-E85D-4D2E-BEA8-C5D4184AE9D0}" dt="2022-02-15T02:27:56.216" v="1232"/>
          <ac:spMkLst>
            <pc:docMk/>
            <pc:sldMk cId="3036270251" sldId="362"/>
            <ac:spMk id="4" creationId="{8169A578-4BB1-4565-89EB-13909837B4AE}"/>
          </ac:spMkLst>
        </pc:spChg>
        <pc:picChg chg="add mod">
          <ac:chgData name="강환수" userId="f1cac8d9-9172-4d6c-9b10-74cb51d57900" providerId="ADAL" clId="{29FFED56-E85D-4D2E-BEA8-C5D4184AE9D0}" dt="2022-02-15T03:17:30.023" v="1787" actId="1036"/>
          <ac:picMkLst>
            <pc:docMk/>
            <pc:sldMk cId="3036270251" sldId="362"/>
            <ac:picMk id="7" creationId="{EEA4309D-0FF5-44C5-8812-81A4B4F38E31}"/>
          </ac:picMkLst>
        </pc:picChg>
      </pc:sldChg>
      <pc:sldChg chg="addSp modSp add">
        <pc:chgData name="강환수" userId="f1cac8d9-9172-4d6c-9b10-74cb51d57900" providerId="ADAL" clId="{29FFED56-E85D-4D2E-BEA8-C5D4184AE9D0}" dt="2022-02-21T06:04:59.346" v="2060" actId="6549"/>
        <pc:sldMkLst>
          <pc:docMk/>
          <pc:sldMk cId="3546713526" sldId="363"/>
        </pc:sldMkLst>
        <pc:spChg chg="mod">
          <ac:chgData name="강환수" userId="f1cac8d9-9172-4d6c-9b10-74cb51d57900" providerId="ADAL" clId="{29FFED56-E85D-4D2E-BEA8-C5D4184AE9D0}" dt="2022-02-15T02:33:48.977" v="1385"/>
          <ac:spMkLst>
            <pc:docMk/>
            <pc:sldMk cId="3546713526" sldId="363"/>
            <ac:spMk id="2" creationId="{47FDDDD5-589C-4C37-BAB4-0A6914728931}"/>
          </ac:spMkLst>
        </pc:spChg>
        <pc:spChg chg="mod">
          <ac:chgData name="강환수" userId="f1cac8d9-9172-4d6c-9b10-74cb51d57900" providerId="ADAL" clId="{29FFED56-E85D-4D2E-BEA8-C5D4184AE9D0}" dt="2022-02-15T03:18:10.336" v="1795" actId="20577"/>
          <ac:spMkLst>
            <pc:docMk/>
            <pc:sldMk cId="3546713526" sldId="363"/>
            <ac:spMk id="3" creationId="{36186534-AE14-4AD5-9FDF-183CEEE9A16A}"/>
          </ac:spMkLst>
        </pc:spChg>
        <pc:spChg chg="mod">
          <ac:chgData name="강환수" userId="f1cac8d9-9172-4d6c-9b10-74cb51d57900" providerId="ADAL" clId="{29FFED56-E85D-4D2E-BEA8-C5D4184AE9D0}" dt="2022-02-21T06:04:59.346" v="2060" actId="6549"/>
          <ac:spMkLst>
            <pc:docMk/>
            <pc:sldMk cId="3546713526" sldId="363"/>
            <ac:spMk id="4" creationId="{F648FC3D-2141-4F98-B8F6-70873BB31428}"/>
          </ac:spMkLst>
        </pc:spChg>
        <pc:picChg chg="add mod">
          <ac:chgData name="강환수" userId="f1cac8d9-9172-4d6c-9b10-74cb51d57900" providerId="ADAL" clId="{29FFED56-E85D-4D2E-BEA8-C5D4184AE9D0}" dt="2022-02-15T03:18:15.926" v="1807" actId="1036"/>
          <ac:picMkLst>
            <pc:docMk/>
            <pc:sldMk cId="3546713526" sldId="363"/>
            <ac:picMk id="6" creationId="{F61BDF61-976E-48FB-BE26-B26F28D1FB9F}"/>
          </ac:picMkLst>
        </pc:picChg>
      </pc:sldChg>
      <pc:sldMasterChg chg="modSldLayout">
        <pc:chgData name="강환수" userId="f1cac8d9-9172-4d6c-9b10-74cb51d57900" providerId="ADAL" clId="{29FFED56-E85D-4D2E-BEA8-C5D4184AE9D0}" dt="2022-02-14T23:41:25.949" v="28" actId="1036"/>
        <pc:sldMasterMkLst>
          <pc:docMk/>
          <pc:sldMasterMk cId="3005871746" sldId="2147483648"/>
        </pc:sldMasterMkLst>
        <pc:sldLayoutChg chg="modSp">
          <pc:chgData name="강환수" userId="f1cac8d9-9172-4d6c-9b10-74cb51d57900" providerId="ADAL" clId="{29FFED56-E85D-4D2E-BEA8-C5D4184AE9D0}" dt="2022-02-14T23:41:25.949" v="28" actId="1036"/>
          <pc:sldLayoutMkLst>
            <pc:docMk/>
            <pc:sldMasterMk cId="3005871746" sldId="2147483648"/>
            <pc:sldLayoutMk cId="289601182" sldId="2147483662"/>
          </pc:sldLayoutMkLst>
          <pc:spChg chg="mod">
            <ac:chgData name="강환수" userId="f1cac8d9-9172-4d6c-9b10-74cb51d57900" providerId="ADAL" clId="{29FFED56-E85D-4D2E-BEA8-C5D4184AE9D0}" dt="2022-02-14T23:41:25.949" v="28" actId="1036"/>
            <ac:spMkLst>
              <pc:docMk/>
              <pc:sldMasterMk cId="3005871746" sldId="2147483648"/>
              <pc:sldLayoutMk cId="289601182" sldId="2147483662"/>
              <ac:spMk id="2" creationId="{C306E739-7638-4E33-A56D-F59DFF454159}"/>
            </ac:spMkLst>
          </pc:spChg>
          <pc:spChg chg="mod">
            <ac:chgData name="강환수" userId="f1cac8d9-9172-4d6c-9b10-74cb51d57900" providerId="ADAL" clId="{29FFED56-E85D-4D2E-BEA8-C5D4184AE9D0}" dt="2022-02-14T23:41:16.741" v="24" actId="1035"/>
            <ac:spMkLst>
              <pc:docMk/>
              <pc:sldMasterMk cId="3005871746" sldId="2147483648"/>
              <pc:sldLayoutMk cId="289601182" sldId="2147483662"/>
              <ac:spMk id="7" creationId="{F771B5A0-473E-4545-B14B-BE74272488E5}"/>
            </ac:spMkLst>
          </pc:spChg>
        </pc:sldLayoutChg>
      </pc:sldMasterChg>
    </pc:docChg>
  </pc:docChgLst>
  <pc:docChgLst>
    <pc:chgData name="강환수" userId="f1cac8d9-9172-4d6c-9b10-74cb51d57900" providerId="ADAL" clId="{F1E6A582-8DA8-426D-995B-607F3739B007}"/>
    <pc:docChg chg="undo custSel addSld delSld modSld sldOrd modMainMaster">
      <pc:chgData name="강환수" userId="f1cac8d9-9172-4d6c-9b10-74cb51d57900" providerId="ADAL" clId="{F1E6A582-8DA8-426D-995B-607F3739B007}" dt="2022-02-14T23:10:28.427" v="2032" actId="1036"/>
      <pc:docMkLst>
        <pc:docMk/>
      </pc:docMkLst>
      <pc:sldChg chg="modSp">
        <pc:chgData name="강환수" userId="f1cac8d9-9172-4d6c-9b10-74cb51d57900" providerId="ADAL" clId="{F1E6A582-8DA8-426D-995B-607F3739B007}" dt="2022-02-06T03:20:20.906" v="1495" actId="1038"/>
        <pc:sldMkLst>
          <pc:docMk/>
          <pc:sldMk cId="203811283" sldId="259"/>
        </pc:sldMkLst>
        <pc:spChg chg="mod">
          <ac:chgData name="강환수" userId="f1cac8d9-9172-4d6c-9b10-74cb51d57900" providerId="ADAL" clId="{F1E6A582-8DA8-426D-995B-607F3739B007}" dt="2022-02-06T03:20:08.552" v="1457" actId="1038"/>
          <ac:spMkLst>
            <pc:docMk/>
            <pc:sldMk cId="203811283" sldId="259"/>
            <ac:spMk id="6" creationId="{4CBF70C0-CE05-4AD0-985A-46C330E18839}"/>
          </ac:spMkLst>
        </pc:spChg>
        <pc:spChg chg="mod">
          <ac:chgData name="강환수" userId="f1cac8d9-9172-4d6c-9b10-74cb51d57900" providerId="ADAL" clId="{F1E6A582-8DA8-426D-995B-607F3739B007}" dt="2022-02-06T03:20:08.552" v="1457" actId="1038"/>
          <ac:spMkLst>
            <pc:docMk/>
            <pc:sldMk cId="203811283" sldId="259"/>
            <ac:spMk id="7" creationId="{71659B62-978D-4463-9FE3-CB3011A6E6A2}"/>
          </ac:spMkLst>
        </pc:spChg>
        <pc:spChg chg="mod">
          <ac:chgData name="강환수" userId="f1cac8d9-9172-4d6c-9b10-74cb51d57900" providerId="ADAL" clId="{F1E6A582-8DA8-426D-995B-607F3739B007}" dt="2022-02-06T03:20:20.906" v="1495" actId="1038"/>
          <ac:spMkLst>
            <pc:docMk/>
            <pc:sldMk cId="203811283" sldId="259"/>
            <ac:spMk id="8" creationId="{9BEA56EE-CF1C-4C3B-8136-BD5F8BA2C865}"/>
          </ac:spMkLst>
        </pc:spChg>
      </pc:sldChg>
      <pc:sldMasterChg chg="modSldLayout">
        <pc:chgData name="강환수" userId="f1cac8d9-9172-4d6c-9b10-74cb51d57900" providerId="ADAL" clId="{F1E6A582-8DA8-426D-995B-607F3739B007}" dt="2022-02-14T23:10:28.427" v="2032" actId="1036"/>
        <pc:sldMasterMkLst>
          <pc:docMk/>
          <pc:sldMasterMk cId="3005871746" sldId="2147483648"/>
        </pc:sldMasterMkLst>
        <pc:sldLayoutChg chg="addSp modSp">
          <pc:chgData name="강환수" userId="f1cac8d9-9172-4d6c-9b10-74cb51d57900" providerId="ADAL" clId="{F1E6A582-8DA8-426D-995B-607F3739B007}" dt="2022-02-14T23:10:28.427" v="2032" actId="1036"/>
          <pc:sldLayoutMkLst>
            <pc:docMk/>
            <pc:sldMasterMk cId="3005871746" sldId="2147483648"/>
            <pc:sldLayoutMk cId="289601182" sldId="2147483662"/>
          </pc:sldLayoutMkLst>
          <pc:grpChg chg="add mod">
            <ac:chgData name="강환수" userId="f1cac8d9-9172-4d6c-9b10-74cb51d57900" providerId="ADAL" clId="{F1E6A582-8DA8-426D-995B-607F3739B007}" dt="2022-02-14T23:10:28.427" v="2032" actId="1036"/>
            <ac:grpSpMkLst>
              <pc:docMk/>
              <pc:sldMasterMk cId="3005871746" sldId="2147483648"/>
              <pc:sldLayoutMk cId="289601182" sldId="2147483662"/>
              <ac:grpSpMk id="11" creationId="{009D8A56-5A1B-40A0-9BD8-2BB6766C8D9E}"/>
            </ac:grpSpMkLst>
          </pc:grpChg>
        </pc:sldLayoutChg>
      </pc:sldMasterChg>
    </pc:docChg>
  </pc:docChgLst>
  <pc:docChgLst>
    <pc:chgData name="강환수" userId="f1cac8d9-9172-4d6c-9b10-74cb51d57900" providerId="ADAL" clId="{6AA668CF-1FB2-455A-B33F-EF36C55F2A58}"/>
    <pc:docChg chg="undo custSel addSld delSld modSld sldOrd modMainMaster">
      <pc:chgData name="강환수" userId="f1cac8d9-9172-4d6c-9b10-74cb51d57900" providerId="ADAL" clId="{6AA668CF-1FB2-455A-B33F-EF36C55F2A58}" dt="2022-02-05T03:46:10.871" v="2906" actId="1038"/>
      <pc:docMkLst>
        <pc:docMk/>
      </pc:docMkLst>
      <pc:sldChg chg="addSp modSp">
        <pc:chgData name="강환수" userId="f1cac8d9-9172-4d6c-9b10-74cb51d57900" providerId="ADAL" clId="{6AA668CF-1FB2-455A-B33F-EF36C55F2A58}" dt="2022-02-02T09:46:02.526" v="48" actId="6549"/>
        <pc:sldMkLst>
          <pc:docMk/>
          <pc:sldMk cId="4178434389" sldId="260"/>
        </pc:sldMkLst>
        <pc:spChg chg="mod">
          <ac:chgData name="강환수" userId="f1cac8d9-9172-4d6c-9b10-74cb51d57900" providerId="ADAL" clId="{6AA668CF-1FB2-455A-B33F-EF36C55F2A58}" dt="2022-02-02T09:44:06.017" v="17" actId="20577"/>
          <ac:spMkLst>
            <pc:docMk/>
            <pc:sldMk cId="4178434389" sldId="260"/>
            <ac:spMk id="2" creationId="{5AC88957-57D9-4CE2-AB49-EDA1E953E0EF}"/>
          </ac:spMkLst>
        </pc:spChg>
        <pc:spChg chg="add mod">
          <ac:chgData name="강환수" userId="f1cac8d9-9172-4d6c-9b10-74cb51d57900" providerId="ADAL" clId="{6AA668CF-1FB2-455A-B33F-EF36C55F2A58}" dt="2022-02-02T09:46:02.526" v="48" actId="6549"/>
          <ac:spMkLst>
            <pc:docMk/>
            <pc:sldMk cId="4178434389" sldId="260"/>
            <ac:spMk id="4" creationId="{AB37D175-70FE-4BAB-8771-749AD971ECAE}"/>
          </ac:spMkLst>
        </pc:spChg>
      </pc:sldChg>
      <pc:sldMasterChg chg="modSldLayout">
        <pc:chgData name="강환수" userId="f1cac8d9-9172-4d6c-9b10-74cb51d57900" providerId="ADAL" clId="{6AA668CF-1FB2-455A-B33F-EF36C55F2A58}" dt="2022-02-05T02:03:27.754" v="1635" actId="1036"/>
        <pc:sldMasterMkLst>
          <pc:docMk/>
          <pc:sldMasterMk cId="3005871746" sldId="2147483648"/>
        </pc:sldMasterMkLst>
        <pc:sldLayoutChg chg="addSp modSp">
          <pc:chgData name="강환수" userId="f1cac8d9-9172-4d6c-9b10-74cb51d57900" providerId="ADAL" clId="{6AA668CF-1FB2-455A-B33F-EF36C55F2A58}" dt="2022-02-05T02:03:27.754" v="1635" actId="1036"/>
          <pc:sldLayoutMkLst>
            <pc:docMk/>
            <pc:sldMasterMk cId="3005871746" sldId="2147483648"/>
            <pc:sldLayoutMk cId="289601182" sldId="2147483662"/>
          </pc:sldLayoutMkLst>
          <pc:spChg chg="mod">
            <ac:chgData name="강환수" userId="f1cac8d9-9172-4d6c-9b10-74cb51d57900" providerId="ADAL" clId="{6AA668CF-1FB2-455A-B33F-EF36C55F2A58}" dt="2022-02-05T02:03:19.987" v="1627" actId="1036"/>
            <ac:spMkLst>
              <pc:docMk/>
              <pc:sldMasterMk cId="3005871746" sldId="2147483648"/>
              <pc:sldLayoutMk cId="289601182" sldId="2147483662"/>
              <ac:spMk id="3" creationId="{5461B2FC-D02B-4C81-AF4D-6E47AACB4D3A}"/>
            </ac:spMkLst>
          </pc:spChg>
          <pc:spChg chg="add mod">
            <ac:chgData name="강환수" userId="f1cac8d9-9172-4d6c-9b10-74cb51d57900" providerId="ADAL" clId="{6AA668CF-1FB2-455A-B33F-EF36C55F2A58}" dt="2022-02-05T02:03:27.754" v="1635" actId="1036"/>
            <ac:spMkLst>
              <pc:docMk/>
              <pc:sldMasterMk cId="3005871746" sldId="2147483648"/>
              <pc:sldLayoutMk cId="289601182" sldId="2147483662"/>
              <ac:spMk id="8" creationId="{9B04E0E2-EFC0-4F8A-BCCA-ED2D5035C063}"/>
            </ac:spMkLst>
          </pc:spChg>
          <pc:spChg chg="mod">
            <ac:chgData name="강환수" userId="f1cac8d9-9172-4d6c-9b10-74cb51d57900" providerId="ADAL" clId="{6AA668CF-1FB2-455A-B33F-EF36C55F2A58}" dt="2022-02-05T02:01:12.413" v="1613" actId="404"/>
            <ac:spMkLst>
              <pc:docMk/>
              <pc:sldMasterMk cId="3005871746" sldId="2147483648"/>
              <pc:sldLayoutMk cId="289601182" sldId="2147483662"/>
              <ac:spMk id="10" creationId="{DE78E401-FC79-4AFF-9732-870DF3510A6A}"/>
            </ac:spMkLst>
          </pc:spChg>
        </pc:sldLayoutChg>
      </pc:sldMasterChg>
    </pc:docChg>
  </pc:docChgLst>
  <pc:docChgLst>
    <pc:chgData name="강환수" userId="f1cac8d9-9172-4d6c-9b10-74cb51d57900" providerId="ADAL" clId="{F8E54A6C-3CBD-4E8D-A7DA-856084FF3D92}"/>
    <pc:docChg chg="undo custSel addSld delSld modSld modMainMaster">
      <pc:chgData name="강환수" userId="f1cac8d9-9172-4d6c-9b10-74cb51d57900" providerId="ADAL" clId="{F8E54A6C-3CBD-4E8D-A7DA-856084FF3D92}" dt="2022-02-02T09:35:05.442" v="209" actId="1035"/>
      <pc:docMkLst>
        <pc:docMk/>
      </pc:docMkLst>
      <pc:sldChg chg="modSp">
        <pc:chgData name="강환수" userId="f1cac8d9-9172-4d6c-9b10-74cb51d57900" providerId="ADAL" clId="{F8E54A6C-3CBD-4E8D-A7DA-856084FF3D92}" dt="2022-02-02T09:35:05.442" v="209" actId="1035"/>
        <pc:sldMkLst>
          <pc:docMk/>
          <pc:sldMk cId="4178434389" sldId="260"/>
        </pc:sldMkLst>
        <pc:spChg chg="mod">
          <ac:chgData name="강환수" userId="f1cac8d9-9172-4d6c-9b10-74cb51d57900" providerId="ADAL" clId="{F8E54A6C-3CBD-4E8D-A7DA-856084FF3D92}" dt="2022-02-02T09:35:05.442" v="209" actId="1035"/>
          <ac:spMkLst>
            <pc:docMk/>
            <pc:sldMk cId="4178434389" sldId="260"/>
            <ac:spMk id="2" creationId="{5AC88957-57D9-4CE2-AB49-EDA1E953E0EF}"/>
          </ac:spMkLst>
        </pc:spChg>
      </pc:sldChg>
      <pc:sldMasterChg chg="modSldLayout">
        <pc:chgData name="강환수" userId="f1cac8d9-9172-4d6c-9b10-74cb51d57900" providerId="ADAL" clId="{F8E54A6C-3CBD-4E8D-A7DA-856084FF3D92}" dt="2022-02-02T09:32:50.134" v="172" actId="404"/>
        <pc:sldMasterMkLst>
          <pc:docMk/>
          <pc:sldMasterMk cId="3005871746" sldId="2147483648"/>
        </pc:sldMasterMkLst>
        <pc:sldLayoutChg chg="addSp delSp modSp">
          <pc:chgData name="강환수" userId="f1cac8d9-9172-4d6c-9b10-74cb51d57900" providerId="ADAL" clId="{F8E54A6C-3CBD-4E8D-A7DA-856084FF3D92}" dt="2022-02-02T09:32:50.134" v="172" actId="404"/>
          <pc:sldLayoutMkLst>
            <pc:docMk/>
            <pc:sldMasterMk cId="3005871746" sldId="2147483648"/>
            <pc:sldLayoutMk cId="289601182" sldId="2147483662"/>
          </pc:sldLayoutMkLst>
          <pc:spChg chg="mod">
            <ac:chgData name="강환수" userId="f1cac8d9-9172-4d6c-9b10-74cb51d57900" providerId="ADAL" clId="{F8E54A6C-3CBD-4E8D-A7DA-856084FF3D92}" dt="2022-02-02T09:27:33.389" v="154" actId="14100"/>
            <ac:spMkLst>
              <pc:docMk/>
              <pc:sldMasterMk cId="3005871746" sldId="2147483648"/>
              <pc:sldLayoutMk cId="289601182" sldId="2147483662"/>
              <ac:spMk id="2" creationId="{C306E739-7638-4E33-A56D-F59DFF454159}"/>
            </ac:spMkLst>
          </pc:spChg>
          <pc:spChg chg="mod">
            <ac:chgData name="강환수" userId="f1cac8d9-9172-4d6c-9b10-74cb51d57900" providerId="ADAL" clId="{F8E54A6C-3CBD-4E8D-A7DA-856084FF3D92}" dt="2022-02-02T09:25:32.185" v="139" actId="404"/>
            <ac:spMkLst>
              <pc:docMk/>
              <pc:sldMasterMk cId="3005871746" sldId="2147483648"/>
              <pc:sldLayoutMk cId="289601182" sldId="2147483662"/>
              <ac:spMk id="3" creationId="{5461B2FC-D02B-4C81-AF4D-6E47AACB4D3A}"/>
            </ac:spMkLst>
          </pc:spChg>
          <pc:spChg chg="add mod">
            <ac:chgData name="강환수" userId="f1cac8d9-9172-4d6c-9b10-74cb51d57900" providerId="ADAL" clId="{F8E54A6C-3CBD-4E8D-A7DA-856084FF3D92}" dt="2022-02-02T09:24:31.091" v="134" actId="14100"/>
            <ac:spMkLst>
              <pc:docMk/>
              <pc:sldMasterMk cId="3005871746" sldId="2147483648"/>
              <pc:sldLayoutMk cId="289601182" sldId="2147483662"/>
              <ac:spMk id="4" creationId="{CD2108CC-D4FE-4F54-971A-FE3369EDFE52}"/>
            </ac:spMkLst>
          </pc:spChg>
          <pc:spChg chg="mod">
            <ac:chgData name="강환수" userId="f1cac8d9-9172-4d6c-9b10-74cb51d57900" providerId="ADAL" clId="{F8E54A6C-3CBD-4E8D-A7DA-856084FF3D92}" dt="2022-02-02T09:21:34.504" v="102" actId="14100"/>
            <ac:spMkLst>
              <pc:docMk/>
              <pc:sldMasterMk cId="3005871746" sldId="2147483648"/>
              <pc:sldLayoutMk cId="289601182" sldId="2147483662"/>
              <ac:spMk id="7" creationId="{F771B5A0-473E-4545-B14B-BE74272488E5}"/>
            </ac:spMkLst>
          </pc:spChg>
          <pc:spChg chg="add del mod">
            <ac:chgData name="강환수" userId="f1cac8d9-9172-4d6c-9b10-74cb51d57900" providerId="ADAL" clId="{F8E54A6C-3CBD-4E8D-A7DA-856084FF3D92}" dt="2022-02-02T09:27:10.778" v="149" actId="478"/>
            <ac:spMkLst>
              <pc:docMk/>
              <pc:sldMasterMk cId="3005871746" sldId="2147483648"/>
              <pc:sldLayoutMk cId="289601182" sldId="2147483662"/>
              <ac:spMk id="8" creationId="{DE755132-38A5-418E-960F-92E6C19769F7}"/>
            </ac:spMkLst>
          </pc:spChg>
          <pc:spChg chg="add mod">
            <ac:chgData name="강환수" userId="f1cac8d9-9172-4d6c-9b10-74cb51d57900" providerId="ADAL" clId="{F8E54A6C-3CBD-4E8D-A7DA-856084FF3D92}" dt="2022-02-02T09:32:50.134" v="172" actId="404"/>
            <ac:spMkLst>
              <pc:docMk/>
              <pc:sldMasterMk cId="3005871746" sldId="2147483648"/>
              <pc:sldLayoutMk cId="289601182" sldId="2147483662"/>
              <ac:spMk id="10" creationId="{DE78E401-FC79-4AFF-9732-870DF3510A6A}"/>
            </ac:spMkLst>
          </pc:spChg>
          <pc:picChg chg="add del">
            <ac:chgData name="강환수" userId="f1cac8d9-9172-4d6c-9b10-74cb51d57900" providerId="ADAL" clId="{F8E54A6C-3CBD-4E8D-A7DA-856084FF3D92}" dt="2022-02-02T09:23:27.067" v="128" actId="478"/>
            <ac:picMkLst>
              <pc:docMk/>
              <pc:sldMasterMk cId="3005871746" sldId="2147483648"/>
              <pc:sldLayoutMk cId="289601182" sldId="2147483662"/>
              <ac:picMk id="6" creationId="{371F711F-F143-4328-9329-7F263328979E}"/>
            </ac:picMkLst>
          </pc:picChg>
          <pc:cxnChg chg="mod">
            <ac:chgData name="강환수" userId="f1cac8d9-9172-4d6c-9b10-74cb51d57900" providerId="ADAL" clId="{F8E54A6C-3CBD-4E8D-A7DA-856084FF3D92}" dt="2022-02-02T09:25:54.774" v="142" actId="1076"/>
            <ac:cxnSpMkLst>
              <pc:docMk/>
              <pc:sldMasterMk cId="3005871746" sldId="2147483648"/>
              <pc:sldLayoutMk cId="289601182" sldId="2147483662"/>
              <ac:cxnSpMk id="9" creationId="{C8DBC79F-756D-49ED-9244-7166F3E34C85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DA8FC-09D9-4A8D-AE57-E53C1D547376}" type="datetimeFigureOut">
              <a:rPr lang="ko-KR" altLang="en-US" smtClean="0"/>
              <a:t>2022-02-21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01EAC-BDDB-4259-9A4C-2D2D93C898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52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33410-8A37-4FE3-8EAE-A6D1B0C8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D24EDE-DB67-41FA-B75A-65582D3C7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0FFC0-CFB5-4B87-AE4C-65ADDC6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2B66B-B516-4002-AD19-F6F30F08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2C800-A63B-4F0E-B6B9-B4DEFA70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47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6D9E8-F574-4D78-9425-A35AE504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0D7AAD-52C3-467C-9532-8B282BA6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0EA2D4-3EBB-4582-AE63-27E251DA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415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>
            <a:off x="0" y="8388"/>
            <a:ext cx="12192000" cy="771788"/>
          </a:xfrm>
          <a:prstGeom prst="rect">
            <a:avLst/>
          </a:prstGeom>
          <a:solidFill>
            <a:srgbClr val="594E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2" y="196842"/>
            <a:ext cx="11868730" cy="53152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666786"/>
            <a:ext cx="11674764" cy="4849588"/>
          </a:xfrm>
        </p:spPr>
        <p:txBody>
          <a:bodyPr>
            <a:normAutofit/>
          </a:bodyPr>
          <a:lstStyle>
            <a:lvl1pPr>
              <a:defRPr lang="ko-KR" altLang="en-US" sz="2400" b="1" kern="12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8DBC79F-756D-49ED-9244-7166F3E34C85}"/>
              </a:ext>
            </a:extLst>
          </p:cNvPr>
          <p:cNvCxnSpPr/>
          <p:nvPr userDrawn="1"/>
        </p:nvCxnSpPr>
        <p:spPr>
          <a:xfrm>
            <a:off x="0" y="786425"/>
            <a:ext cx="12192000" cy="0"/>
          </a:xfrm>
          <a:prstGeom prst="line">
            <a:avLst/>
          </a:prstGeom>
          <a:ln w="57150">
            <a:solidFill>
              <a:srgbClr val="CC40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2108CC-D4FE-4F54-971A-FE3369EDFE52}"/>
              </a:ext>
            </a:extLst>
          </p:cNvPr>
          <p:cNvSpPr/>
          <p:nvPr userDrawn="1"/>
        </p:nvSpPr>
        <p:spPr>
          <a:xfrm>
            <a:off x="0" y="921130"/>
            <a:ext cx="12192000" cy="557161"/>
          </a:xfrm>
          <a:prstGeom prst="rect">
            <a:avLst/>
          </a:prstGeom>
          <a:solidFill>
            <a:srgbClr val="F7FA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618" y="1002214"/>
            <a:ext cx="11674764" cy="394991"/>
          </a:xfrm>
        </p:spPr>
        <p:txBody>
          <a:bodyPr>
            <a:noAutofit/>
          </a:bodyPr>
          <a:lstStyle>
            <a:lvl1pPr marL="0" indent="0">
              <a:buNone/>
              <a:defRPr lang="ko-KR" altLang="en-US" sz="2000" b="0" kern="1200" dirty="0">
                <a:solidFill>
                  <a:srgbClr val="1C1C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9B04E0E2-EFC0-4F8A-BCCA-ED2D503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414"/>
            <a:ext cx="2743200" cy="365125"/>
          </a:xfrm>
        </p:spPr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09D8A56-5A1B-40A0-9BD8-2BB6766C8D9E}"/>
              </a:ext>
            </a:extLst>
          </p:cNvPr>
          <p:cNvGrpSpPr/>
          <p:nvPr userDrawn="1"/>
        </p:nvGrpSpPr>
        <p:grpSpPr>
          <a:xfrm>
            <a:off x="10385245" y="196813"/>
            <a:ext cx="1806755" cy="451990"/>
            <a:chOff x="873595" y="795554"/>
            <a:chExt cx="3679341" cy="896130"/>
          </a:xfrm>
        </p:grpSpPr>
        <p:pic>
          <p:nvPicPr>
            <p:cNvPr id="12" name="그림 11" descr="IF_AI시대의컴퓨터개론_표지_F-06.png">
              <a:extLst>
                <a:ext uri="{FF2B5EF4-FFF2-40B4-BE49-F238E27FC236}">
                  <a16:creationId xmlns:a16="http://schemas.microsoft.com/office/drawing/2014/main" id="{5BF0CEE2-F6E3-4F0B-BD98-676D454E2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595" y="795554"/>
              <a:ext cx="3182598" cy="628246"/>
            </a:xfrm>
            <a:prstGeom prst="rect">
              <a:avLst/>
            </a:prstGeom>
          </p:spPr>
        </p:pic>
        <p:pic>
          <p:nvPicPr>
            <p:cNvPr id="13" name="그림 12" descr="IF_AI시대의컴퓨터개론_표지_F-07.png">
              <a:extLst>
                <a:ext uri="{FF2B5EF4-FFF2-40B4-BE49-F238E27FC236}">
                  <a16:creationId xmlns:a16="http://schemas.microsoft.com/office/drawing/2014/main" id="{5505844F-94BF-4CBC-B44C-7BD7415C1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/>
            </a:blip>
            <a:srcRect r="-16628" b="-31340"/>
            <a:stretch>
              <a:fillRect/>
            </a:stretch>
          </p:blipFill>
          <p:spPr>
            <a:xfrm>
              <a:off x="878368" y="1446033"/>
              <a:ext cx="3674568" cy="245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60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80E74-8CA5-469C-9C5A-CCE7FA91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820080-BBFA-4921-A5F8-FCC3008AF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921A9-72D3-448D-B743-BB939CC1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44B05-F47B-4C20-8637-8084E3E2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A8E9D-6E83-440F-9E51-3FDB41E9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90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FF3CA-4E2A-4B50-ACDC-08311AE1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D4388-B4B8-4F87-A329-082A32CCE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B7CFEA-36E9-41FB-AD11-AD0E012EA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D7826A-0CCC-4F92-A368-774DF45DC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2A54C-DBE1-4224-9F9B-C30C0D87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14016-C266-40F9-B5A8-5053E166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31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B6B56-4066-4E7E-8480-287632AC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7CB42F-9A1D-4F3F-B819-14C15D1E7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F1ADE4-4EEC-4CC0-A0B0-CA5A0CC72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1ACFC5-00D6-418F-A875-0C911F615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8C2301-BEA3-4762-997B-2759DE45D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F16BEC-2B30-4A4D-9DC0-6EC20EC1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45F5C9-DFCE-4F62-B756-D3A536BC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63683B-8B75-4044-97F2-35C28671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9705C-D00E-4BA0-939B-90CE4EDC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F6628A-BDA7-4F25-A4AF-A82AF6FE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5BB462-DA61-4767-979E-4317F999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31BFF0-90A5-4DA3-BC3A-2A91074B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76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D940636-8471-4312-826B-08928E368DAE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F7FA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64583F-7A2C-4800-9DE9-76897E0CDF64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6EC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2BF98F-0B5E-4137-82F9-C4843266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175" t="13429" b="7858"/>
          <a:stretch/>
        </p:blipFill>
        <p:spPr>
          <a:xfrm>
            <a:off x="10686194" y="2566554"/>
            <a:ext cx="1505806" cy="17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6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B44CEE-59A8-4DE7-8D72-2BA1BB9A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1DF1C1-F0C6-4E13-9C3B-AD832A11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68A87-F6C0-40E5-941A-29010BFF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15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4FB68-3958-4AE6-823B-82F96576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ED228-B81B-4EA2-9FE0-7AA643A75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48848B-C8E2-4A3F-B397-3B209934D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AA745-1766-4DF4-AE0B-E1E398F4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70B197-7342-4A0C-BA7D-DF0128E8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B4A9A3-2367-4603-972B-3226FB83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07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CCA22-A3F3-4768-8469-155B10AB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2F6AA0-0E5F-40FD-8863-CBE0B8C35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8DA1F9-BDFE-401F-97DA-DA79BE321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F1A06-BE49-41AF-ACD0-64A598BF4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9D6DBD-8BD3-4E89-834D-4DB6C720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A00F1-9AB6-46B1-B484-3949D553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255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61C88-A765-4115-9931-216057AE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39765-1941-410C-9B28-CB594EF05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C4AE3-F0EC-40B5-83F9-031B1ED6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BB29D9-CFED-4E50-A92E-EF686488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D4B29-AE63-4323-A55D-8224C862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933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094CE4-064F-42F4-BD2A-E6B56CB5C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C6A553-A1BD-4E00-A874-0857A1F31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F69B5C-EA15-43A1-BA91-C9CF76F2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71772-80AE-4890-A796-E609B65E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7F99D-3D38-45CB-A702-D71E1CA0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4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s-09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그룹 5"/>
          <p:cNvGrpSpPr/>
          <p:nvPr userDrawn="1"/>
        </p:nvGrpSpPr>
        <p:grpSpPr>
          <a:xfrm>
            <a:off x="10247855" y="242997"/>
            <a:ext cx="1855786" cy="451990"/>
            <a:chOff x="873595" y="795554"/>
            <a:chExt cx="3679341" cy="896130"/>
          </a:xfrm>
        </p:grpSpPr>
        <p:pic>
          <p:nvPicPr>
            <p:cNvPr id="7" name="그림 6" descr="IF_AI시대의컴퓨터개론_표지_F-06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595" y="795554"/>
              <a:ext cx="3182598" cy="628246"/>
            </a:xfrm>
            <a:prstGeom prst="rect">
              <a:avLst/>
            </a:prstGeom>
          </p:spPr>
        </p:pic>
        <p:pic>
          <p:nvPicPr>
            <p:cNvPr id="8" name="그림 7" descr="IF_AI시대의컴퓨터개론_표지_F-07.png"/>
            <p:cNvPicPr>
              <a:picLocks noChangeAspect="1"/>
            </p:cNvPicPr>
            <p:nvPr/>
          </p:nvPicPr>
          <p:blipFill>
            <a:blip r:embed="rId4" cstate="print">
              <a:lum/>
            </a:blip>
            <a:srcRect r="-16628" b="-31340"/>
            <a:stretch>
              <a:fillRect/>
            </a:stretch>
          </p:blipFill>
          <p:spPr>
            <a:xfrm>
              <a:off x="878368" y="1446033"/>
              <a:ext cx="3674568" cy="245651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70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s-09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13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>
            <a:off x="0" y="-1340"/>
            <a:ext cx="12192000" cy="771788"/>
          </a:xfrm>
          <a:prstGeom prst="rect">
            <a:avLst/>
          </a:prstGeom>
          <a:solidFill>
            <a:srgbClr val="644E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0" y="149342"/>
            <a:ext cx="11868730" cy="53152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404136"/>
            <a:ext cx="11674764" cy="5084213"/>
          </a:xfrm>
        </p:spPr>
        <p:txBody>
          <a:bodyPr>
            <a:normAutofit/>
          </a:bodyPr>
          <a:lstStyle>
            <a:lvl1pPr>
              <a:defRPr lang="ko-KR" altLang="en-US" sz="2400" b="1" kern="1200" dirty="0">
                <a:solidFill>
                  <a:srgbClr val="644E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A5CD4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618" y="924394"/>
            <a:ext cx="11674764" cy="301292"/>
          </a:xfrm>
        </p:spPr>
        <p:txBody>
          <a:bodyPr>
            <a:noAutofit/>
          </a:bodyPr>
          <a:lstStyle>
            <a:lvl1pPr marL="0" indent="0">
              <a:buNone/>
              <a:defRPr lang="ko-KR" altLang="en-US" sz="1600" b="1" kern="1200" dirty="0">
                <a:solidFill>
                  <a:srgbClr val="644E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9B04E0E2-EFC0-4F8A-BCCA-ED2D503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3443" y="6473419"/>
            <a:ext cx="2743200" cy="365125"/>
          </a:xfrm>
        </p:spPr>
        <p:txBody>
          <a:bodyPr/>
          <a:lstStyle/>
          <a:p>
            <a:fld id="{8FF0161F-0A2E-4F9B-AD3D-A5F2238EDB1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376947" y="1274320"/>
            <a:ext cx="11383253" cy="0"/>
          </a:xfrm>
          <a:prstGeom prst="line">
            <a:avLst/>
          </a:prstGeom>
          <a:ln>
            <a:solidFill>
              <a:srgbClr val="644E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 flipV="1">
            <a:off x="0" y="762059"/>
            <a:ext cx="1219200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/>
          <p:cNvGrpSpPr/>
          <p:nvPr userDrawn="1"/>
        </p:nvGrpSpPr>
        <p:grpSpPr>
          <a:xfrm>
            <a:off x="10209755" y="141397"/>
            <a:ext cx="1855786" cy="451990"/>
            <a:chOff x="873595" y="795554"/>
            <a:chExt cx="3679341" cy="896130"/>
          </a:xfrm>
        </p:grpSpPr>
        <p:pic>
          <p:nvPicPr>
            <p:cNvPr id="11" name="그림 10" descr="IF_AI시대의컴퓨터개론_표지_F-06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595" y="795554"/>
              <a:ext cx="3182598" cy="628246"/>
            </a:xfrm>
            <a:prstGeom prst="rect">
              <a:avLst/>
            </a:prstGeom>
          </p:spPr>
        </p:pic>
        <p:pic>
          <p:nvPicPr>
            <p:cNvPr id="14" name="그림 13" descr="IF_AI시대의컴퓨터개론_표지_F-07.png"/>
            <p:cNvPicPr>
              <a:picLocks noChangeAspect="1"/>
            </p:cNvPicPr>
            <p:nvPr/>
          </p:nvPicPr>
          <p:blipFill>
            <a:blip r:embed="rId3" cstate="print">
              <a:lum/>
            </a:blip>
            <a:srcRect r="-16628" b="-31340"/>
            <a:stretch>
              <a:fillRect/>
            </a:stretch>
          </p:blipFill>
          <p:spPr>
            <a:xfrm>
              <a:off x="878368" y="1446033"/>
              <a:ext cx="3674568" cy="245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1526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>
            <a:off x="0" y="-1340"/>
            <a:ext cx="12192000" cy="771788"/>
          </a:xfrm>
          <a:prstGeom prst="rect">
            <a:avLst/>
          </a:prstGeom>
          <a:solidFill>
            <a:srgbClr val="644E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0" y="149342"/>
            <a:ext cx="11868730" cy="53152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9B04E0E2-EFC0-4F8A-BCCA-ED2D503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3443" y="6473419"/>
            <a:ext cx="2743200" cy="365125"/>
          </a:xfrm>
        </p:spPr>
        <p:txBody>
          <a:bodyPr/>
          <a:lstStyle/>
          <a:p>
            <a:fld id="{8FF0161F-0A2E-4F9B-AD3D-A5F2238EDB1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 flipV="1">
            <a:off x="0" y="762059"/>
            <a:ext cx="1219200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10209755" y="141397"/>
            <a:ext cx="1855786" cy="451990"/>
            <a:chOff x="873595" y="795554"/>
            <a:chExt cx="3679341" cy="896130"/>
          </a:xfrm>
        </p:grpSpPr>
        <p:pic>
          <p:nvPicPr>
            <p:cNvPr id="16" name="그림 15" descr="IF_AI시대의컴퓨터개론_표지_F-06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595" y="795554"/>
              <a:ext cx="3182598" cy="628246"/>
            </a:xfrm>
            <a:prstGeom prst="rect">
              <a:avLst/>
            </a:prstGeom>
          </p:spPr>
        </p:pic>
        <p:pic>
          <p:nvPicPr>
            <p:cNvPr id="17" name="그림 16" descr="IF_AI시대의컴퓨터개론_표지_F-07.png"/>
            <p:cNvPicPr>
              <a:picLocks noChangeAspect="1"/>
            </p:cNvPicPr>
            <p:nvPr/>
          </p:nvPicPr>
          <p:blipFill>
            <a:blip r:embed="rId3" cstate="print">
              <a:lum/>
            </a:blip>
            <a:srcRect r="-16628" b="-31340"/>
            <a:stretch>
              <a:fillRect/>
            </a:stretch>
          </p:blipFill>
          <p:spPr>
            <a:xfrm>
              <a:off x="878368" y="1446033"/>
              <a:ext cx="3674568" cy="245651"/>
            </a:xfrm>
            <a:prstGeom prst="rect">
              <a:avLst/>
            </a:prstGeom>
          </p:spPr>
        </p:pic>
      </p:grp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404136"/>
            <a:ext cx="11674764" cy="5084213"/>
          </a:xfrm>
        </p:spPr>
        <p:txBody>
          <a:bodyPr>
            <a:normAutofit/>
          </a:bodyPr>
          <a:lstStyle>
            <a:lvl1pPr>
              <a:defRPr lang="ko-KR" altLang="en-US" sz="2400" b="1" kern="1200" dirty="0">
                <a:solidFill>
                  <a:srgbClr val="644E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A5CD4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21205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>
            <a:off x="0" y="-1340"/>
            <a:ext cx="12192000" cy="771788"/>
          </a:xfrm>
          <a:prstGeom prst="rect">
            <a:avLst/>
          </a:prstGeom>
          <a:solidFill>
            <a:srgbClr val="644E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0" y="149342"/>
            <a:ext cx="11868730" cy="53152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659487"/>
            <a:ext cx="11674764" cy="4779413"/>
          </a:xfrm>
        </p:spPr>
        <p:txBody>
          <a:bodyPr>
            <a:normAutofit/>
          </a:bodyPr>
          <a:lstStyle>
            <a:lvl1pPr>
              <a:defRPr lang="ko-KR" altLang="en-US" sz="2400" b="1" kern="1200" dirty="0">
                <a:solidFill>
                  <a:srgbClr val="644E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618" y="924394"/>
            <a:ext cx="11674764" cy="574206"/>
          </a:xfrm>
        </p:spPr>
        <p:txBody>
          <a:bodyPr>
            <a:noAutofit/>
          </a:bodyPr>
          <a:lstStyle>
            <a:lvl1pPr marL="0" indent="0">
              <a:buNone/>
              <a:defRPr lang="ko-KR" altLang="en-US" sz="1600" b="1" kern="1200" dirty="0">
                <a:solidFill>
                  <a:srgbClr val="644E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B04E0E2-EFC0-4F8A-BCCA-ED2D503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3443" y="6473419"/>
            <a:ext cx="2743200" cy="365125"/>
          </a:xfrm>
        </p:spPr>
        <p:txBody>
          <a:bodyPr/>
          <a:lstStyle/>
          <a:p>
            <a:fld id="{8FF0161F-0A2E-4F9B-AD3D-A5F2238EDB1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71B5A0-473E-4545-B14B-BE74272488E5}"/>
              </a:ext>
            </a:extLst>
          </p:cNvPr>
          <p:cNvSpPr/>
          <p:nvPr userDrawn="1"/>
        </p:nvSpPr>
        <p:spPr>
          <a:xfrm flipV="1">
            <a:off x="0" y="762059"/>
            <a:ext cx="1219200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10209755" y="141397"/>
            <a:ext cx="1855786" cy="451990"/>
            <a:chOff x="873595" y="795554"/>
            <a:chExt cx="3679341" cy="896130"/>
          </a:xfrm>
        </p:grpSpPr>
        <p:pic>
          <p:nvPicPr>
            <p:cNvPr id="17" name="그림 16" descr="IF_AI시대의컴퓨터개론_표지_F-06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595" y="795554"/>
              <a:ext cx="3182598" cy="628246"/>
            </a:xfrm>
            <a:prstGeom prst="rect">
              <a:avLst/>
            </a:prstGeom>
          </p:spPr>
        </p:pic>
        <p:pic>
          <p:nvPicPr>
            <p:cNvPr id="18" name="그림 17" descr="IF_AI시대의컴퓨터개론_표지_F-07.png"/>
            <p:cNvPicPr>
              <a:picLocks noChangeAspect="1"/>
            </p:cNvPicPr>
            <p:nvPr/>
          </p:nvPicPr>
          <p:blipFill>
            <a:blip r:embed="rId3" cstate="print">
              <a:lum/>
            </a:blip>
            <a:srcRect r="-16628" b="-31340"/>
            <a:stretch>
              <a:fillRect/>
            </a:stretch>
          </p:blipFill>
          <p:spPr>
            <a:xfrm>
              <a:off x="878368" y="1446033"/>
              <a:ext cx="3674568" cy="245651"/>
            </a:xfrm>
            <a:prstGeom prst="rect">
              <a:avLst/>
            </a:prstGeom>
          </p:spPr>
        </p:pic>
      </p:grpSp>
      <p:cxnSp>
        <p:nvCxnSpPr>
          <p:cNvPr id="19" name="직선 연결선 18"/>
          <p:cNvCxnSpPr/>
          <p:nvPr userDrawn="1"/>
        </p:nvCxnSpPr>
        <p:spPr>
          <a:xfrm>
            <a:off x="376947" y="1528320"/>
            <a:ext cx="11383253" cy="0"/>
          </a:xfrm>
          <a:prstGeom prst="line">
            <a:avLst/>
          </a:prstGeom>
          <a:ln>
            <a:solidFill>
              <a:srgbClr val="644E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082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61C88-A765-4115-9931-216057AE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39765-1941-410C-9B28-CB594EF05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C4AE3-F0EC-40B5-83F9-031B1ED6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BB29D9-CFED-4E50-A92E-EF686488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D4B29-AE63-4323-A55D-8224C862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55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094CE4-064F-42F4-BD2A-E6B56CB5C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C6A553-A1BD-4E00-A874-0857A1F31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F69B5C-EA15-43A1-BA91-C9CF76F2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71772-80AE-4890-A796-E609B65E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7F99D-3D38-45CB-A702-D71E1CA0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00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05E84A-108E-4D63-9596-BE6C6A87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10F452-12CC-4EE6-81C8-A81A45AFE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59363-ABDC-48EC-89E4-3BD418A0C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91B40-AD1E-41F0-8AC8-55E4DFA79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534E7-D2B3-4B7F-95E0-809D28F53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0161F-0A2E-4F9B-AD3D-A5F2238EDB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87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05E84A-108E-4D63-9596-BE6C6A87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10F452-12CC-4EE6-81C8-A81A45AFE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59363-ABDC-48EC-89E4-3BD418A0C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91B40-AD1E-41F0-8AC8-55E4DFA79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534E7-D2B3-4B7F-95E0-809D28F53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0161F-0A2E-4F9B-AD3D-A5F2238EDB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70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hAfQa2oddA0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spberrypi.org/" TargetMode="Externa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a-0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4119"/>
          </a:xfrm>
          <a:prstGeom prst="rect">
            <a:avLst/>
          </a:prstGeom>
        </p:spPr>
      </p:pic>
      <p:pic>
        <p:nvPicPr>
          <p:cNvPr id="24" name="그림 23" descr="텍스트이(가) 표시된 사진&#10;&#10;자동 생성된 설명">
            <a:extLst>
              <a:ext uri="{FF2B5EF4-FFF2-40B4-BE49-F238E27FC236}">
                <a16:creationId xmlns:a16="http://schemas.microsoft.com/office/drawing/2014/main" id="{9612B793-4D98-42FE-B422-D8780B7E59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69" y="6011694"/>
            <a:ext cx="1509939" cy="486579"/>
          </a:xfrm>
          <a:prstGeom prst="rect">
            <a:avLst/>
          </a:prstGeom>
        </p:spPr>
      </p:pic>
      <p:pic>
        <p:nvPicPr>
          <p:cNvPr id="25" name="그림 24" descr="IF_AI시대의컴퓨터개론_표지_F-06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80133" y="2058899"/>
            <a:ext cx="5494788" cy="1723634"/>
          </a:xfrm>
          <a:prstGeom prst="rect">
            <a:avLst/>
          </a:prstGeom>
        </p:spPr>
      </p:pic>
      <p:pic>
        <p:nvPicPr>
          <p:cNvPr id="26" name="그림 25" descr="IF_AI시대의컴퓨터개론_표지_F-07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22964" y="4016620"/>
            <a:ext cx="4980442" cy="29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05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20381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C88957-57D9-4CE2-AB49-EDA1E953E0EF}"/>
              </a:ext>
            </a:extLst>
          </p:cNvPr>
          <p:cNvSpPr/>
          <p:nvPr/>
        </p:nvSpPr>
        <p:spPr>
          <a:xfrm>
            <a:off x="0" y="19665"/>
            <a:ext cx="12192000" cy="802433"/>
          </a:xfrm>
          <a:prstGeom prst="rect">
            <a:avLst/>
          </a:prstGeom>
          <a:solidFill>
            <a:srgbClr val="726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ko-KR" altLang="en-US" sz="2800" b="1" dirty="0"/>
              <a:t>단원 학습목표</a:t>
            </a:r>
          </a:p>
        </p:txBody>
      </p:sp>
      <p:sp>
        <p:nvSpPr>
          <p:cNvPr id="3" name="AutoShape 177" descr="6">
            <a:extLst>
              <a:ext uri="{FF2B5EF4-FFF2-40B4-BE49-F238E27FC236}">
                <a16:creationId xmlns:a16="http://schemas.microsoft.com/office/drawing/2014/main" id="{6AC70453-2585-4B75-926A-B4C8B08FE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29" y="1063690"/>
            <a:ext cx="11970883" cy="5551714"/>
          </a:xfrm>
          <a:prstGeom prst="roundRect">
            <a:avLst>
              <a:gd name="adj" fmla="val 3315"/>
            </a:avLst>
          </a:prstGeom>
          <a:blipFill dpi="0" rotWithShape="0">
            <a:blip r:embed="rId2" cstate="print">
              <a:alphaModFix amt="4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algn="ctr">
            <a:solidFill>
              <a:srgbClr val="7030A0"/>
            </a:solidFill>
            <a:round/>
            <a:headEnd/>
            <a:tailEnd/>
          </a:ln>
        </p:spPr>
        <p:txBody>
          <a:bodyPr lIns="144000" tIns="72000" rIns="72000" bIns="72000" anchor="ctr"/>
          <a:lstStyle/>
          <a:p>
            <a:pPr marL="188913" indent="-188913" algn="ctr" fontAlgn="ctr" latinLnBrk="0">
              <a:spcBef>
                <a:spcPct val="20000"/>
              </a:spcBef>
              <a:spcAft>
                <a:spcPct val="20000"/>
              </a:spcAft>
              <a:buClr>
                <a:srgbClr val="0066FF"/>
              </a:buClr>
              <a:buFont typeface="Wingdings 2" pitchFamily="18" charset="2"/>
              <a:buNone/>
            </a:pPr>
            <a:endParaRPr lang="ko-KR" altLang="en-US" sz="170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7D175-70FE-4BAB-8771-749AD971ECAE}"/>
              </a:ext>
            </a:extLst>
          </p:cNvPr>
          <p:cNvSpPr txBox="1"/>
          <p:nvPr/>
        </p:nvSpPr>
        <p:spPr>
          <a:xfrm>
            <a:off x="762601" y="1497014"/>
            <a:ext cx="10480364" cy="27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000000"/>
                </a:solidFill>
                <a:latin typeface="YDVYGOStd12"/>
              </a:rPr>
              <a:t>컴퓨터의 정의와 구성요소를 이해한다</a:t>
            </a:r>
            <a:r>
              <a:rPr lang="en-US" altLang="ko-KR" sz="2400" dirty="0">
                <a:solidFill>
                  <a:srgbClr val="000000"/>
                </a:solidFill>
                <a:latin typeface="YDVYGOStd12"/>
              </a:rPr>
              <a:t>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000000"/>
                </a:solidFill>
                <a:latin typeface="YDVYGOStd12"/>
              </a:rPr>
              <a:t>하드웨어와 소프트웨어의 차이를 이해한다</a:t>
            </a:r>
            <a:r>
              <a:rPr lang="en-US" altLang="ko-KR" sz="2400" dirty="0">
                <a:solidFill>
                  <a:srgbClr val="000000"/>
                </a:solidFill>
                <a:latin typeface="YDVYGOStd12"/>
              </a:rPr>
              <a:t>.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000000"/>
                </a:solidFill>
                <a:latin typeface="YDVYGOStd12"/>
              </a:rPr>
              <a:t>컴퓨터의 기원과 근세의 기계식 계산기를 알아보고 계산이론의 발전을 알아본다</a:t>
            </a:r>
            <a:r>
              <a:rPr lang="en-US" altLang="ko-KR" sz="2400" dirty="0">
                <a:solidFill>
                  <a:srgbClr val="000000"/>
                </a:solidFill>
                <a:latin typeface="YDVYGOStd12"/>
              </a:rPr>
              <a:t>.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000000"/>
                </a:solidFill>
                <a:latin typeface="YDVYGOStd12"/>
              </a:rPr>
              <a:t>전자식 컴퓨터의 발전을 세대별로 이해한다</a:t>
            </a:r>
            <a:r>
              <a:rPr lang="en-US" altLang="ko-KR" sz="2400" dirty="0">
                <a:solidFill>
                  <a:srgbClr val="000000"/>
                </a:solidFill>
                <a:latin typeface="YDVYGOStd12"/>
              </a:rPr>
              <a:t>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000000"/>
                </a:solidFill>
                <a:latin typeface="YDVYGOStd12"/>
              </a:rPr>
              <a:t>컴퓨터의 성능과 크기</a:t>
            </a:r>
            <a:r>
              <a:rPr lang="en-US" altLang="ko-KR" sz="2400" dirty="0">
                <a:solidFill>
                  <a:srgbClr val="000000"/>
                </a:solidFill>
                <a:latin typeface="YDVYGOStd12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YDVYGOStd12"/>
              </a:rPr>
              <a:t>용도에 따른 컴퓨터의 종류를 알아본다</a:t>
            </a:r>
            <a:r>
              <a:rPr lang="en-US" altLang="ko-KR" sz="2400" dirty="0">
                <a:solidFill>
                  <a:srgbClr val="000000"/>
                </a:solidFill>
                <a:latin typeface="YDVYGOStd12"/>
              </a:rPr>
              <a:t>.</a:t>
            </a:r>
            <a:endParaRPr lang="en-US" altLang="ko-KR" sz="2400" b="0" i="0" u="none" strike="noStrike" baseline="0" dirty="0">
              <a:solidFill>
                <a:srgbClr val="000000"/>
              </a:solidFill>
              <a:latin typeface="YDVYGOStd12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1B77CA-0395-4B96-8BC4-9D8DA787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43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129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180609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69204-D334-4A13-B569-781F779A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컴퓨터의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F51ADE-863B-480E-B9D8-A23A563C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간단한 정의</a:t>
            </a:r>
            <a:endParaRPr lang="en-US" altLang="ko-KR" dirty="0"/>
          </a:p>
          <a:p>
            <a:pPr lvl="1"/>
            <a:r>
              <a:rPr lang="ko-KR" altLang="en-US" dirty="0"/>
              <a:t>전자적으로 계산을 수행하는 장치</a:t>
            </a:r>
            <a:endParaRPr lang="en-US" altLang="ko-KR" dirty="0"/>
          </a:p>
          <a:p>
            <a:r>
              <a:rPr lang="ko-KR" altLang="en-US" dirty="0"/>
              <a:t>컴퓨터의 </a:t>
            </a:r>
            <a:r>
              <a:rPr lang="en-US" altLang="ko-KR" dirty="0"/>
              <a:t>4</a:t>
            </a:r>
            <a:r>
              <a:rPr lang="ko-KR" altLang="en-US" dirty="0"/>
              <a:t>가지 기능 </a:t>
            </a:r>
          </a:p>
          <a:p>
            <a:pPr lvl="1"/>
            <a:r>
              <a:rPr lang="ko-KR" altLang="en-US" dirty="0"/>
              <a:t>처리</a:t>
            </a:r>
            <a:r>
              <a:rPr lang="en-US" altLang="ko-KR" dirty="0"/>
              <a:t>(process), </a:t>
            </a:r>
            <a:r>
              <a:rPr lang="ko-KR" altLang="en-US" dirty="0"/>
              <a:t>저장</a:t>
            </a:r>
            <a:r>
              <a:rPr lang="en-US" altLang="ko-KR" dirty="0"/>
              <a:t>(store), </a:t>
            </a:r>
            <a:r>
              <a:rPr lang="ko-KR" altLang="en-US" dirty="0"/>
              <a:t>입력</a:t>
            </a:r>
            <a:r>
              <a:rPr lang="en-US" altLang="ko-KR" dirty="0"/>
              <a:t>(input), </a:t>
            </a:r>
            <a:r>
              <a:rPr lang="ko-KR" altLang="en-US" dirty="0"/>
              <a:t>출력</a:t>
            </a:r>
            <a:r>
              <a:rPr lang="en-US" altLang="ko-KR" dirty="0"/>
              <a:t>(output) </a:t>
            </a:r>
          </a:p>
          <a:p>
            <a:r>
              <a:rPr lang="ko-KR" altLang="en-US" dirty="0"/>
              <a:t>정의</a:t>
            </a:r>
          </a:p>
          <a:p>
            <a:pPr lvl="1"/>
            <a:r>
              <a:rPr lang="ko-KR" altLang="en-US" dirty="0"/>
              <a:t>원하는 결과를 얻기 위하여</a:t>
            </a:r>
          </a:p>
          <a:p>
            <a:pPr lvl="1"/>
            <a:r>
              <a:rPr lang="ko-KR" altLang="en-US" dirty="0"/>
              <a:t>입력기능을 이용하여 데이터를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디지털로 변환</a:t>
            </a:r>
          </a:p>
          <a:p>
            <a:pPr lvl="1"/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저장 기능을 이용하여 데이터를 처리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변환된 정보를 출력기능을 이용하여 적절한 출력장치로 출력할 수 있는 전자적 장치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43C4F-D5C5-4731-8C94-F0B13036E06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</a:t>
            </a:r>
            <a:r>
              <a:rPr lang="en-US" altLang="ko-KR" dirty="0"/>
              <a:t>(computer)</a:t>
            </a:r>
            <a:r>
              <a:rPr lang="ko-KR" altLang="en-US" dirty="0"/>
              <a:t>는 ‘전자적으로 계산을 수행하는 장치’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B8E4CD-0884-4310-8BFD-2755591F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78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D8E8F-D541-4992-972C-9441874B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컴퓨터의 구성요소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F46596-00C8-4779-BE13-ECF38788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하드웨어</a:t>
            </a:r>
          </a:p>
          <a:p>
            <a:pPr lvl="1"/>
            <a:r>
              <a:rPr lang="ko-KR" altLang="en-US" dirty="0"/>
              <a:t>데이터의 입력</a:t>
            </a:r>
            <a:r>
              <a:rPr lang="en-US" altLang="ko-KR" dirty="0"/>
              <a:t>, </a:t>
            </a:r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출력을 제어하는 데 사용되는 물리적인 기계 장치</a:t>
            </a:r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가지 구성요소 </a:t>
            </a:r>
          </a:p>
          <a:p>
            <a:pPr lvl="2"/>
            <a:r>
              <a:rPr lang="ko-KR" altLang="en-US" dirty="0"/>
              <a:t>중앙처리장치</a:t>
            </a:r>
            <a:r>
              <a:rPr lang="en-US" altLang="ko-KR" dirty="0"/>
              <a:t>(CPU)</a:t>
            </a:r>
          </a:p>
          <a:p>
            <a:pPr lvl="3"/>
            <a:r>
              <a:rPr lang="ko-KR" altLang="en-US" dirty="0"/>
              <a:t>연산을 수행하는 연산장치</a:t>
            </a:r>
            <a:r>
              <a:rPr lang="en-US" altLang="ko-KR" dirty="0"/>
              <a:t>(ALU:</a:t>
            </a:r>
            <a:br>
              <a:rPr lang="en-US" altLang="ko-KR" dirty="0"/>
            </a:br>
            <a:r>
              <a:rPr lang="en-US" altLang="ko-KR" dirty="0"/>
              <a:t>Arithmetic Logic Unit)</a:t>
            </a:r>
          </a:p>
          <a:p>
            <a:pPr lvl="3"/>
            <a:r>
              <a:rPr lang="ko-KR" altLang="en-US" dirty="0"/>
              <a:t>연산을 제어하는 제어장치</a:t>
            </a:r>
            <a:br>
              <a:rPr lang="en-US" altLang="ko-KR" dirty="0"/>
            </a:br>
            <a:r>
              <a:rPr lang="en-US" altLang="ko-KR" dirty="0"/>
              <a:t>(control unit)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2"/>
            <a:r>
              <a:rPr lang="ko-KR" altLang="en-US" dirty="0"/>
              <a:t>주기억장치</a:t>
            </a:r>
            <a:r>
              <a:rPr lang="en-US" altLang="ko-KR" dirty="0"/>
              <a:t>, </a:t>
            </a:r>
            <a:r>
              <a:rPr lang="ko-KR" altLang="en-US" dirty="0"/>
              <a:t>보조기억장치</a:t>
            </a:r>
            <a:endParaRPr lang="en-US" altLang="ko-KR" dirty="0"/>
          </a:p>
          <a:p>
            <a:pPr lvl="2"/>
            <a:r>
              <a:rPr lang="ko-KR" altLang="en-US" dirty="0"/>
              <a:t>입력장치</a:t>
            </a:r>
            <a:r>
              <a:rPr lang="en-US" altLang="ko-KR" dirty="0"/>
              <a:t>, </a:t>
            </a:r>
            <a:r>
              <a:rPr lang="ko-KR" altLang="en-US" dirty="0"/>
              <a:t>출력장치   </a:t>
            </a:r>
          </a:p>
          <a:p>
            <a:r>
              <a:rPr lang="ko-KR" altLang="en-US" dirty="0"/>
              <a:t>소프트웨어</a:t>
            </a:r>
          </a:p>
          <a:p>
            <a:pPr lvl="1"/>
            <a:r>
              <a:rPr lang="ko-KR" altLang="en-US" dirty="0"/>
              <a:t>컴퓨터가 수행할 작업을 지시하는</a:t>
            </a:r>
            <a:br>
              <a:rPr lang="en-US" altLang="ko-KR" dirty="0"/>
            </a:br>
            <a:r>
              <a:rPr lang="ko-KR" altLang="en-US" dirty="0"/>
              <a:t>전자적 명령어들의 집합 </a:t>
            </a:r>
            <a:r>
              <a:rPr lang="en-US" altLang="ko-KR" dirty="0"/>
              <a:t>(</a:t>
            </a:r>
            <a:r>
              <a:rPr lang="ko-KR" altLang="en-US" dirty="0"/>
              <a:t>프로그램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컴퓨터가 수행해야 할 일을 알려주는 자료</a:t>
            </a:r>
            <a:endParaRPr lang="en-US" altLang="ko-KR" dirty="0"/>
          </a:p>
          <a:p>
            <a:pPr lvl="2"/>
            <a:r>
              <a:rPr lang="ko-KR" altLang="en-US" dirty="0"/>
              <a:t>주로 파일로 처리</a:t>
            </a:r>
            <a:endParaRPr lang="en-US" altLang="ko-KR" dirty="0"/>
          </a:p>
          <a:p>
            <a:pPr lvl="3"/>
            <a:r>
              <a:rPr lang="ko-KR" altLang="en-US" dirty="0"/>
              <a:t>보조기억장치에서 논리적인 한 단위로</a:t>
            </a:r>
            <a:br>
              <a:rPr lang="en-US" altLang="ko-KR" dirty="0"/>
            </a:br>
            <a:r>
              <a:rPr lang="ko-KR" altLang="en-US" dirty="0"/>
              <a:t>취급되는 연관된 자료의 모음을 파일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4D9DA6-95B2-4F17-B053-A06B0F2C8E0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컴퓨터는 물리적인 하드웨어와 컴퓨터의 행동을 지시하는 프로그램인 소프트웨어로 구성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6A1A19-BE86-4B83-B882-C45BE15A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F26215-E434-4238-AFA4-327CE8184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95754"/>
            <a:ext cx="4876889" cy="357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98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129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164625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7B120-0E1D-465A-A255-C4B0F093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키오스크와 </a:t>
            </a:r>
            <a:r>
              <a:rPr lang="en-US" altLang="ko-KR" dirty="0"/>
              <a:t>POS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C41FF8-AD76-463A-AC25-5A8154516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666786"/>
            <a:ext cx="11674764" cy="4931722"/>
          </a:xfrm>
        </p:spPr>
        <p:txBody>
          <a:bodyPr numCol="2"/>
          <a:lstStyle/>
          <a:p>
            <a:r>
              <a:rPr lang="ko-KR" altLang="en-US" dirty="0"/>
              <a:t>키오스크</a:t>
            </a:r>
            <a:r>
              <a:rPr lang="en-US" altLang="ko-KR" dirty="0"/>
              <a:t>(kiosk)</a:t>
            </a:r>
          </a:p>
          <a:p>
            <a:pPr lvl="1"/>
            <a:r>
              <a:rPr lang="ko-KR" altLang="en-US" dirty="0"/>
              <a:t>터치 패널 등이 달린 작은 설치형 디지털 단말기</a:t>
            </a:r>
            <a:endParaRPr lang="en-US" altLang="ko-KR" dirty="0"/>
          </a:p>
          <a:p>
            <a:pPr lvl="1"/>
            <a:r>
              <a:rPr lang="ko-KR" altLang="en-US" dirty="0"/>
              <a:t>지금은 무인 주문 시스템으로 활용</a:t>
            </a:r>
            <a:endParaRPr lang="en-US" altLang="ko-KR" dirty="0"/>
          </a:p>
          <a:p>
            <a:pPr lvl="2"/>
            <a:r>
              <a:rPr lang="ko-KR" altLang="en-US" dirty="0"/>
              <a:t>사용자  메뉴를 고르고 결제를 하는 상호작용 키오스크</a:t>
            </a:r>
            <a:r>
              <a:rPr lang="en-US" altLang="ko-KR" dirty="0"/>
              <a:t>(interactive kiosk)</a:t>
            </a:r>
            <a:r>
              <a:rPr lang="ko-KR" altLang="en-US" dirty="0"/>
              <a:t>로 많이 사용</a:t>
            </a:r>
            <a:endParaRPr lang="en-US" altLang="ko-KR" dirty="0"/>
          </a:p>
          <a:p>
            <a:pPr lvl="1"/>
            <a:r>
              <a:rPr lang="ko-KR" altLang="en-US" dirty="0"/>
              <a:t>자판기와 지하철의 무인 교통 카드 판매</a:t>
            </a:r>
            <a:r>
              <a:rPr lang="en-US" altLang="ko-KR" dirty="0"/>
              <a:t>· </a:t>
            </a:r>
            <a:r>
              <a:rPr lang="ko-KR" altLang="en-US" dirty="0"/>
              <a:t>충전기</a:t>
            </a:r>
            <a:endParaRPr lang="en-US" altLang="ko-KR" dirty="0"/>
          </a:p>
          <a:p>
            <a:pPr lvl="1"/>
            <a:r>
              <a:rPr lang="ko-KR" altLang="en-US" dirty="0"/>
              <a:t>관공서의 무인 민원 </a:t>
            </a:r>
            <a:r>
              <a:rPr lang="ko-KR" altLang="en-US" dirty="0" err="1"/>
              <a:t>발급기</a:t>
            </a:r>
            <a:endParaRPr lang="en-US" altLang="ko-KR" dirty="0"/>
          </a:p>
          <a:p>
            <a:pPr lvl="1"/>
            <a:r>
              <a:rPr lang="ko-KR" altLang="en-US" dirty="0"/>
              <a:t>은행의 </a:t>
            </a:r>
            <a:r>
              <a:rPr lang="en-US" altLang="ko-KR" dirty="0"/>
              <a:t>ATM </a:t>
            </a:r>
            <a:r>
              <a:rPr lang="ko-KR" altLang="en-US" dirty="0"/>
              <a:t>기기</a:t>
            </a:r>
            <a:endParaRPr lang="en-US" altLang="ko-KR" dirty="0"/>
          </a:p>
          <a:p>
            <a:pPr lvl="2"/>
            <a:r>
              <a:rPr lang="ko-KR" altLang="en-US" dirty="0"/>
              <a:t>입력장치에서 중앙처리와 출력장치까지 탑재된 또다른 컴퓨터 중 하나</a:t>
            </a:r>
            <a:endParaRPr lang="en-US" altLang="ko-KR" dirty="0"/>
          </a:p>
          <a:p>
            <a:r>
              <a:rPr lang="en-US" altLang="ko-KR" dirty="0"/>
              <a:t>POS(Point Of Sale)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다양한 매장에서 사용하는 결재 시스템</a:t>
            </a:r>
            <a:endParaRPr lang="en-US" altLang="ko-KR" dirty="0"/>
          </a:p>
          <a:p>
            <a:pPr lvl="1"/>
            <a:r>
              <a:rPr lang="ko-KR" altLang="en-US" dirty="0"/>
              <a:t>버스나 택시에 구비된 </a:t>
            </a:r>
            <a:r>
              <a:rPr lang="en-US" altLang="ko-KR" dirty="0"/>
              <a:t>T-Money</a:t>
            </a:r>
            <a:r>
              <a:rPr lang="ko-KR" altLang="en-US" dirty="0"/>
              <a:t>용 장치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C47DB06-3603-4699-B2A1-CB6E03510FA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632" y="2092623"/>
            <a:ext cx="5485025" cy="1736205"/>
          </a:xfr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41B3FD-2E0D-4963-9B07-49BA3C83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A0ADA5-4935-4D14-B466-E96EDC1E2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85" y="4106625"/>
            <a:ext cx="5180794" cy="225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4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FECB4-2C7F-4617-AF99-2BA90278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중앙처리장치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A7561-0AF1-4C81-BD4C-60380F06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CPU(Central Processing Unit)</a:t>
            </a:r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마이크로프로세서</a:t>
            </a:r>
            <a:r>
              <a:rPr lang="en-US" altLang="ko-KR" dirty="0"/>
              <a:t>(Microprocessor) </a:t>
            </a:r>
            <a:r>
              <a:rPr lang="ko-KR" altLang="en-US" dirty="0"/>
              <a:t>줄여서 프로세서</a:t>
            </a:r>
            <a:r>
              <a:rPr lang="en-US" altLang="ko-KR" dirty="0"/>
              <a:t>(Processor)</a:t>
            </a:r>
            <a:r>
              <a:rPr lang="ko-KR" altLang="en-US" dirty="0"/>
              <a:t>라고도 부름</a:t>
            </a:r>
            <a:endParaRPr lang="en-US" altLang="ko-KR" dirty="0"/>
          </a:p>
          <a:p>
            <a:pPr lvl="1"/>
            <a:r>
              <a:rPr lang="ko-KR" altLang="en-US" dirty="0"/>
              <a:t>제어장치</a:t>
            </a:r>
            <a:r>
              <a:rPr lang="en-US" altLang="ko-KR" dirty="0"/>
              <a:t>(control unit)</a:t>
            </a:r>
          </a:p>
          <a:p>
            <a:pPr lvl="2"/>
            <a:r>
              <a:rPr lang="ko-KR" altLang="en-US" dirty="0"/>
              <a:t>자료와 명령어의 중앙처리장치로의 입출력을 제어</a:t>
            </a:r>
          </a:p>
          <a:p>
            <a:pPr lvl="1"/>
            <a:r>
              <a:rPr lang="ko-KR" altLang="en-US" dirty="0"/>
              <a:t>연산장치</a:t>
            </a:r>
            <a:r>
              <a:rPr lang="en-US" altLang="ko-KR" dirty="0"/>
              <a:t>(arithmetic logic unit)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2"/>
            <a:r>
              <a:rPr lang="ko-KR" altLang="en-US" dirty="0"/>
              <a:t>산술연산과 논리연산을 수행하는 장치</a:t>
            </a:r>
            <a:endParaRPr lang="en-US" altLang="ko-KR" dirty="0"/>
          </a:p>
          <a:p>
            <a:pPr lvl="1"/>
            <a:r>
              <a:rPr lang="ko-KR" altLang="en-US" dirty="0"/>
              <a:t>주요</a:t>
            </a:r>
            <a:r>
              <a:rPr lang="en-US" altLang="ko-KR" dirty="0"/>
              <a:t> </a:t>
            </a:r>
            <a:r>
              <a:rPr lang="ko-KR" altLang="en-US" dirty="0"/>
              <a:t>생산 회사</a:t>
            </a:r>
          </a:p>
          <a:p>
            <a:pPr lvl="2"/>
            <a:r>
              <a:rPr lang="ko-KR" altLang="en-US" dirty="0"/>
              <a:t>인텔</a:t>
            </a:r>
            <a:r>
              <a:rPr lang="en-US" altLang="ko-KR" dirty="0"/>
              <a:t>(Intel), AMD(Advanced Micro Devices)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3305D3-4A32-4568-B41F-BEFB6D97A2E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입력된 자료를 적절한 정보로 변환하기 위하여 소프트웨어로부터 받은 명령어를 실행하는 장치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A68B26-6DF3-46A1-B343-1F27F6FA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09D082A-DCD0-4020-A942-AC3E6FBAF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195" y="4424911"/>
            <a:ext cx="5226931" cy="215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2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7E412-A0A7-4798-9887-0D592E73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보드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2B8E0-74FB-455D-B07E-C4FA8976F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ko-KR" altLang="en-US" dirty="0" err="1"/>
              <a:t>주기판</a:t>
            </a:r>
            <a:r>
              <a:rPr lang="ko-KR" altLang="en-US" dirty="0"/>
              <a:t> 또는 </a:t>
            </a:r>
            <a:r>
              <a:rPr lang="ko-KR" altLang="en-US" dirty="0" err="1"/>
              <a:t>모기판</a:t>
            </a:r>
            <a:endParaRPr lang="en-US" altLang="ko-KR" dirty="0"/>
          </a:p>
          <a:p>
            <a:pPr lvl="1"/>
            <a:r>
              <a:rPr lang="ko-KR" altLang="en-US" dirty="0"/>
              <a:t>중앙처리장치를 연결하는 소켓</a:t>
            </a:r>
            <a:endParaRPr lang="en-US" altLang="ko-KR" dirty="0"/>
          </a:p>
          <a:p>
            <a:pPr lvl="1"/>
            <a:r>
              <a:rPr lang="ko-KR" altLang="en-US" dirty="0"/>
              <a:t>주기억장치를 설치하는 메모리 슬롯</a:t>
            </a:r>
            <a:endParaRPr lang="en-US" altLang="ko-KR" dirty="0"/>
          </a:p>
          <a:p>
            <a:pPr lvl="1"/>
            <a:r>
              <a:rPr lang="ko-KR" altLang="en-US" dirty="0"/>
              <a:t>다른 하드웨어 장치에 연결시키는 확장 슬롯</a:t>
            </a:r>
            <a:endParaRPr lang="en-US" altLang="ko-KR" dirty="0"/>
          </a:p>
          <a:p>
            <a:pPr lvl="2"/>
            <a:r>
              <a:rPr lang="ko-KR" altLang="en-US" dirty="0"/>
              <a:t>그래픽 카드와 사운드 카드</a:t>
            </a:r>
            <a:r>
              <a:rPr lang="en-US" altLang="ko-KR" dirty="0"/>
              <a:t>, </a:t>
            </a:r>
            <a:r>
              <a:rPr lang="ko-KR" altLang="en-US" dirty="0"/>
              <a:t>네트워크 카드 등의</a:t>
            </a:r>
            <a:r>
              <a:rPr lang="en-US" altLang="ko-KR" dirty="0"/>
              <a:t>, ROM(Read Only Memory)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ko-KR" altLang="en-US" dirty="0"/>
              <a:t>컴퓨터의 기본 성능을 규정</a:t>
            </a:r>
            <a:endParaRPr lang="en-US" altLang="ko-KR" dirty="0"/>
          </a:p>
          <a:p>
            <a:pPr lvl="2"/>
            <a:r>
              <a:rPr lang="en-US" altLang="ko-KR" dirty="0"/>
              <a:t>CPU </a:t>
            </a:r>
            <a:r>
              <a:rPr lang="ko-KR" altLang="en-US" dirty="0"/>
              <a:t>종류</a:t>
            </a:r>
            <a:r>
              <a:rPr lang="en-US" altLang="ko-KR" dirty="0"/>
              <a:t>, </a:t>
            </a:r>
            <a:r>
              <a:rPr lang="ko-KR" altLang="en-US" dirty="0"/>
              <a:t>기억장치 최대 용량</a:t>
            </a:r>
            <a:endParaRPr lang="en-US" altLang="ko-KR" dirty="0"/>
          </a:p>
          <a:p>
            <a:pPr lvl="2"/>
            <a:r>
              <a:rPr lang="ko-KR" altLang="en-US" dirty="0"/>
              <a:t>확장 슬롯의 수량</a:t>
            </a:r>
            <a:endParaRPr lang="en-US" altLang="ko-KR" dirty="0"/>
          </a:p>
          <a:p>
            <a:pPr lvl="1"/>
            <a:r>
              <a:rPr lang="ko-KR" altLang="en-US" dirty="0"/>
              <a:t>시스템의 안정성도 결정할 수 있는 중요한 부품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BE5F69-962E-46A0-A366-7DBEC42B14F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중앙처리장치는 </a:t>
            </a:r>
            <a:r>
              <a:rPr lang="ko-KR" altLang="en-US" dirty="0" err="1"/>
              <a:t>마더보드</a:t>
            </a:r>
            <a:r>
              <a:rPr lang="en-US" altLang="ko-KR" dirty="0"/>
              <a:t>(motherboard)</a:t>
            </a:r>
            <a:r>
              <a:rPr lang="ko-KR" altLang="en-US" dirty="0"/>
              <a:t>라고도 부르는 컴퓨터 내부의 메인보드</a:t>
            </a:r>
            <a:r>
              <a:rPr lang="en-US" altLang="ko-KR" dirty="0"/>
              <a:t>(mainboard)</a:t>
            </a:r>
            <a:r>
              <a:rPr lang="ko-KR" altLang="en-US" dirty="0"/>
              <a:t>에 장착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C1FDE9-F555-473F-8CF4-B5C854AA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B75C1D-698C-4D4D-9C9B-8C6C56DE3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291" y="2218038"/>
            <a:ext cx="5525450" cy="297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9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46AEE-CFE0-4203-A3F3-2A412414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 처리 장치</a:t>
            </a:r>
            <a:r>
              <a:rPr lang="en-US" altLang="ko-KR" dirty="0"/>
              <a:t>(GPU: Graphics Processing Unit)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A28CFE-E52E-49D3-A0EC-133FA71B8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altLang="ko-KR" dirty="0"/>
              <a:t>1999</a:t>
            </a:r>
            <a:r>
              <a:rPr lang="ko-KR" altLang="en-US" dirty="0"/>
              <a:t>년 엔비디아 사</a:t>
            </a:r>
            <a:r>
              <a:rPr lang="en-US" altLang="ko-KR" dirty="0"/>
              <a:t>, GPU</a:t>
            </a:r>
            <a:r>
              <a:rPr lang="ko-KR" altLang="en-US" dirty="0"/>
              <a:t>라 지칭</a:t>
            </a:r>
            <a:endParaRPr lang="en-US" altLang="ko-KR" dirty="0"/>
          </a:p>
          <a:p>
            <a:pPr lvl="1"/>
            <a:r>
              <a:rPr lang="en-US" altLang="ko-KR" dirty="0"/>
              <a:t>GeForce 256 </a:t>
            </a:r>
            <a:r>
              <a:rPr lang="ko-KR" altLang="en-US" dirty="0"/>
              <a:t>그래픽 프로세서</a:t>
            </a:r>
            <a:endParaRPr lang="en-US" altLang="ko-KR" dirty="0"/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내부에서 처리하던 그래픽 처리를 빠른 시간에 고수준 해상도를 처리하는 전담 그래픽 카드</a:t>
            </a:r>
            <a:endParaRPr lang="en-US" altLang="ko-KR" dirty="0"/>
          </a:p>
          <a:p>
            <a:r>
              <a:rPr lang="en-US" altLang="ko-KR" dirty="0"/>
              <a:t>GPU</a:t>
            </a:r>
            <a:r>
              <a:rPr lang="ko-KR" altLang="en-US" dirty="0"/>
              <a:t>는 고속의 병렬처리로 대량의 행렬과 벡터를 다루는데 뛰어난 성능을 발휘</a:t>
            </a:r>
            <a:endParaRPr lang="en-US" altLang="ko-KR" dirty="0"/>
          </a:p>
          <a:p>
            <a:pPr lvl="1"/>
            <a:r>
              <a:rPr lang="ko-KR" altLang="en-US" dirty="0"/>
              <a:t>구조상 병렬 컴퓨팅 계산에 적합한 구조</a:t>
            </a:r>
            <a:endParaRPr lang="en-US" altLang="ko-KR" dirty="0"/>
          </a:p>
          <a:p>
            <a:pPr lvl="1"/>
            <a:r>
              <a:rPr lang="ko-KR" altLang="en-US" dirty="0"/>
              <a:t>실수와</a:t>
            </a:r>
            <a:r>
              <a:rPr lang="en-US" altLang="ko-KR" dirty="0"/>
              <a:t> </a:t>
            </a:r>
            <a:r>
              <a:rPr lang="ko-KR" altLang="en-US" dirty="0"/>
              <a:t>벡터 연산에서 </a:t>
            </a:r>
            <a:r>
              <a:rPr lang="en-US" altLang="ko-KR" dirty="0"/>
              <a:t>CPU</a:t>
            </a:r>
            <a:r>
              <a:rPr lang="ko-KR" altLang="en-US" dirty="0"/>
              <a:t>보다 약 </a:t>
            </a:r>
            <a:r>
              <a:rPr lang="en-US" altLang="ko-KR" dirty="0"/>
              <a:t>10</a:t>
            </a:r>
            <a:r>
              <a:rPr lang="ko-KR" altLang="en-US" dirty="0"/>
              <a:t>배 이상 빠름</a:t>
            </a:r>
            <a:endParaRPr lang="en-US" altLang="ko-KR" dirty="0"/>
          </a:p>
          <a:p>
            <a:pPr lvl="1"/>
            <a:r>
              <a:rPr lang="en-US" altLang="ko-KR" dirty="0"/>
              <a:t>3D </a:t>
            </a:r>
            <a:r>
              <a:rPr lang="ko-KR" altLang="en-US" dirty="0"/>
              <a:t>그래픽 이외의 수리 연산 중심의 컴퓨팅 분야에 사용하기 시작</a:t>
            </a:r>
            <a:endParaRPr lang="en-US" altLang="ko-KR" dirty="0"/>
          </a:p>
          <a:p>
            <a:pPr lvl="2"/>
            <a:r>
              <a:rPr lang="ko-KR" altLang="en-US" dirty="0"/>
              <a:t>이를 범용 </a:t>
            </a:r>
            <a:r>
              <a:rPr lang="en-US" altLang="ko-KR" dirty="0"/>
              <a:t>GPU</a:t>
            </a:r>
            <a:r>
              <a:rPr lang="ko-KR" altLang="en-US" dirty="0"/>
              <a:t>라 하여 </a:t>
            </a:r>
            <a:r>
              <a:rPr lang="en-US" altLang="ko-KR" dirty="0"/>
              <a:t>GPGPU(General Purpose Graphic Processing Unit)</a:t>
            </a:r>
            <a:r>
              <a:rPr lang="ko-KR" altLang="en-US" dirty="0"/>
              <a:t>라 칭함</a:t>
            </a:r>
            <a:endParaRPr lang="en-US" altLang="ko-KR" dirty="0"/>
          </a:p>
          <a:p>
            <a:r>
              <a:rPr lang="en-US" altLang="ko-KR" dirty="0"/>
              <a:t>GPU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/>
            <a:r>
              <a:rPr lang="ko-KR" altLang="en-US" dirty="0"/>
              <a:t>디스플레이가 화려한 게임 분야</a:t>
            </a:r>
            <a:endParaRPr lang="en-US" altLang="ko-KR" dirty="0"/>
          </a:p>
          <a:p>
            <a:pPr lvl="1"/>
            <a:r>
              <a:rPr lang="ko-KR" altLang="en-US" dirty="0"/>
              <a:t>이미지 처리 및 분석</a:t>
            </a:r>
            <a:endParaRPr lang="en-US" altLang="ko-KR" dirty="0"/>
          </a:p>
          <a:p>
            <a:pPr lvl="1"/>
            <a:r>
              <a:rPr lang="ko-KR" altLang="en-US" dirty="0"/>
              <a:t>컴퓨팅 가속이 필요한 </a:t>
            </a:r>
            <a:r>
              <a:rPr lang="ko-KR" altLang="en-US" dirty="0" err="1"/>
              <a:t>비트코인</a:t>
            </a:r>
            <a:r>
              <a:rPr lang="ko-KR" altLang="en-US" dirty="0"/>
              <a:t> 채굴</a:t>
            </a:r>
            <a:endParaRPr lang="en-US" altLang="ko-KR" dirty="0"/>
          </a:p>
          <a:p>
            <a:pPr lvl="1"/>
            <a:r>
              <a:rPr lang="ko-KR" altLang="en-US" dirty="0"/>
              <a:t>대량의 행렬과 벡터 연산이 요구</a:t>
            </a:r>
            <a:endParaRPr lang="en-US" altLang="ko-KR" dirty="0"/>
          </a:p>
          <a:p>
            <a:pPr lvl="2"/>
            <a:r>
              <a:rPr lang="ko-KR" altLang="en-US" dirty="0"/>
              <a:t>빅데이터 처리</a:t>
            </a:r>
            <a:endParaRPr lang="en-US" altLang="ko-KR" dirty="0"/>
          </a:p>
          <a:p>
            <a:pPr lvl="2"/>
            <a:r>
              <a:rPr lang="ko-KR" altLang="en-US" dirty="0"/>
              <a:t>인공지능의 심층신경망</a:t>
            </a:r>
            <a:r>
              <a:rPr lang="en-US" altLang="ko-KR" dirty="0"/>
              <a:t>(</a:t>
            </a:r>
            <a:r>
              <a:rPr lang="ko-KR" altLang="en-US" dirty="0" err="1"/>
              <a:t>딥러닝</a:t>
            </a:r>
            <a:r>
              <a:rPr lang="en-US" altLang="ko-KR" dirty="0"/>
              <a:t>) </a:t>
            </a:r>
            <a:r>
              <a:rPr lang="ko-KR" altLang="en-US" dirty="0"/>
              <a:t>분야 등에 널리 활용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69A578-4BB1-4565-89EB-13909837B4A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GPU</a:t>
            </a:r>
            <a:r>
              <a:rPr lang="ko-KR" altLang="en-US" dirty="0"/>
              <a:t>란 용어는 </a:t>
            </a:r>
            <a:r>
              <a:rPr lang="en-US" altLang="ko-KR" dirty="0"/>
              <a:t>1999</a:t>
            </a:r>
            <a:r>
              <a:rPr lang="ko-KR" altLang="en-US" dirty="0"/>
              <a:t>년 엔비디아</a:t>
            </a:r>
            <a:r>
              <a:rPr lang="en-US" altLang="ko-KR" dirty="0"/>
              <a:t>(Nvidia) </a:t>
            </a:r>
            <a:r>
              <a:rPr lang="ko-KR" altLang="en-US" dirty="0"/>
              <a:t>사에서 처음 사용한 용어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B3F9FC-B2F3-4B0E-B2C1-4D894FFB3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EA4309D-0FF5-44C5-8812-81A4B4F38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561" y="4313712"/>
            <a:ext cx="5712289" cy="218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7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DDDD5-589C-4C37-BAB4-0A6914728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모바일 </a:t>
            </a:r>
            <a:r>
              <a:rPr lang="en-US" altLang="ko-KR" dirty="0"/>
              <a:t>AP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186534-AE14-4AD5-9FDF-183CEEE9A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ko-KR" altLang="en-US" dirty="0"/>
              <a:t>모바일 </a:t>
            </a:r>
            <a:r>
              <a:rPr lang="en-US" altLang="ko-KR" dirty="0"/>
              <a:t>AP </a:t>
            </a:r>
          </a:p>
          <a:p>
            <a:pPr lvl="1"/>
            <a:r>
              <a:rPr lang="ko-KR" altLang="en-US" dirty="0"/>
              <a:t>모바일 기기의 두뇌 역할을 담당하는 반도체 칩</a:t>
            </a:r>
            <a:r>
              <a:rPr lang="en-US" altLang="ko-KR" dirty="0"/>
              <a:t>(chip)</a:t>
            </a:r>
          </a:p>
          <a:p>
            <a:pPr lvl="1"/>
            <a:r>
              <a:rPr lang="ko-KR" altLang="en-US" dirty="0"/>
              <a:t>연산을 위한 </a:t>
            </a:r>
            <a:r>
              <a:rPr lang="en-US" altLang="ko-KR" dirty="0"/>
              <a:t>CPU</a:t>
            </a:r>
            <a:r>
              <a:rPr lang="ko-KR" altLang="en-US" dirty="0"/>
              <a:t>의 주된 기능 외</a:t>
            </a:r>
            <a:endParaRPr lang="en-US" altLang="ko-KR" dirty="0"/>
          </a:p>
          <a:p>
            <a:pPr lvl="2"/>
            <a:r>
              <a:rPr lang="ko-KR" altLang="en-US" dirty="0"/>
              <a:t>여러 가지 시스템 장치와 인터페이스를 제어 기능 </a:t>
            </a:r>
            <a:endParaRPr lang="en-US" altLang="ko-KR" dirty="0"/>
          </a:p>
          <a:p>
            <a:pPr lvl="3"/>
            <a:r>
              <a:rPr lang="ko-KR" altLang="en-US" dirty="0"/>
              <a:t>메모리와 표시장치를 위한 그래픽처리</a:t>
            </a:r>
            <a:r>
              <a:rPr lang="en-US" altLang="ko-KR" dirty="0"/>
              <a:t>(GPU), </a:t>
            </a:r>
            <a:r>
              <a:rPr lang="ko-KR" altLang="en-US" dirty="0"/>
              <a:t>카메라</a:t>
            </a:r>
            <a:r>
              <a:rPr lang="en-US" altLang="ko-KR" dirty="0"/>
              <a:t>, </a:t>
            </a:r>
            <a:r>
              <a:rPr lang="ko-KR" altLang="en-US" dirty="0"/>
              <a:t>저장장치</a:t>
            </a:r>
            <a:r>
              <a:rPr lang="en-US" altLang="ko-KR" dirty="0"/>
              <a:t>, </a:t>
            </a:r>
            <a:r>
              <a:rPr lang="ko-KR" altLang="en-US" dirty="0"/>
              <a:t>무선통신</a:t>
            </a:r>
            <a:endParaRPr lang="en-US" altLang="ko-KR" dirty="0"/>
          </a:p>
          <a:p>
            <a:pPr lvl="3"/>
            <a:r>
              <a:rPr lang="ko-KR" altLang="en-US" dirty="0"/>
              <a:t>디지털 신호 처리</a:t>
            </a:r>
            <a:r>
              <a:rPr lang="en-US" altLang="ko-KR" dirty="0"/>
              <a:t>(DSP: Digital Signal Process), </a:t>
            </a:r>
            <a:r>
              <a:rPr lang="ko-KR" altLang="en-US" dirty="0"/>
              <a:t>이미지 처리 등</a:t>
            </a:r>
            <a:endParaRPr lang="en-US" altLang="ko-KR" dirty="0"/>
          </a:p>
          <a:p>
            <a:pPr lvl="1"/>
            <a:r>
              <a:rPr lang="ko-KR" altLang="en-US" dirty="0"/>
              <a:t>엄지 손톱보다 작음 </a:t>
            </a:r>
            <a:endParaRPr lang="en-US" altLang="ko-KR" dirty="0"/>
          </a:p>
          <a:p>
            <a:pPr lvl="2"/>
            <a:r>
              <a:rPr lang="ko-KR" altLang="en-US" dirty="0"/>
              <a:t>여러 기능의 반도체를 한 개의 칩에 모아 만든 </a:t>
            </a:r>
            <a:r>
              <a:rPr lang="ko-KR" altLang="en-US" dirty="0" err="1"/>
              <a:t>시스템온칩</a:t>
            </a:r>
            <a:r>
              <a:rPr lang="ko-KR" altLang="en-US" dirty="0"/>
              <a:t> </a:t>
            </a:r>
            <a:r>
              <a:rPr lang="en-US" altLang="ko-KR" dirty="0"/>
              <a:t>(SoC: System on Chip)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대표적인 </a:t>
            </a:r>
            <a:r>
              <a:rPr lang="en-US" altLang="ko-KR" dirty="0"/>
              <a:t>AP</a:t>
            </a:r>
          </a:p>
          <a:p>
            <a:pPr lvl="1"/>
            <a:r>
              <a:rPr lang="ko-KR" altLang="en-US" dirty="0" err="1"/>
              <a:t>퀄컴</a:t>
            </a:r>
            <a:r>
              <a:rPr lang="en-US" altLang="ko-KR" dirty="0"/>
              <a:t>(Qualcomm)</a:t>
            </a:r>
            <a:r>
              <a:rPr lang="ko-KR" altLang="en-US" dirty="0"/>
              <a:t>의 </a:t>
            </a:r>
            <a:r>
              <a:rPr lang="en-US" altLang="ko-KR" dirty="0"/>
              <a:t>MSM </a:t>
            </a:r>
            <a:r>
              <a:rPr lang="ko-KR" altLang="en-US" dirty="0"/>
              <a:t>시리즈 ‘</a:t>
            </a:r>
            <a:r>
              <a:rPr lang="ko-KR" altLang="en-US" dirty="0" err="1"/>
              <a:t>퀄컴</a:t>
            </a:r>
            <a:r>
              <a:rPr lang="ko-KR" altLang="en-US" dirty="0"/>
              <a:t> </a:t>
            </a:r>
            <a:r>
              <a:rPr lang="ko-KR" altLang="en-US" dirty="0" err="1"/>
              <a:t>스냅드래곤</a:t>
            </a:r>
            <a:r>
              <a:rPr lang="en-US" altLang="ko-KR" dirty="0"/>
              <a:t>(Qualcomm Snapdragon)’</a:t>
            </a:r>
          </a:p>
          <a:p>
            <a:pPr lvl="1"/>
            <a:r>
              <a:rPr lang="ko-KR" altLang="en-US" dirty="0"/>
              <a:t>삼성의 ‘</a:t>
            </a:r>
            <a:r>
              <a:rPr lang="ko-KR" altLang="en-US" dirty="0" err="1"/>
              <a:t>엑시노스</a:t>
            </a:r>
            <a:r>
              <a:rPr lang="en-US" altLang="ko-KR" dirty="0"/>
              <a:t>(</a:t>
            </a:r>
            <a:r>
              <a:rPr lang="en-US" altLang="ko-KR" dirty="0" err="1"/>
              <a:t>Exynos</a:t>
            </a:r>
            <a:r>
              <a:rPr lang="en-US" altLang="ko-KR" dirty="0"/>
              <a:t>)’</a:t>
            </a:r>
          </a:p>
          <a:p>
            <a:pPr lvl="1"/>
            <a:r>
              <a:rPr lang="ko-KR" altLang="en-US" dirty="0"/>
              <a:t>엔비디아</a:t>
            </a:r>
            <a:r>
              <a:rPr lang="en-US" altLang="ko-KR" dirty="0"/>
              <a:t>(NVIDIA)</a:t>
            </a:r>
            <a:r>
              <a:rPr lang="ko-KR" altLang="en-US" dirty="0"/>
              <a:t>의 ‘</a:t>
            </a:r>
            <a:r>
              <a:rPr lang="ko-KR" altLang="en-US" dirty="0" err="1"/>
              <a:t>테그라</a:t>
            </a:r>
            <a:r>
              <a:rPr lang="en-US" altLang="ko-KR" dirty="0"/>
              <a:t>(</a:t>
            </a:r>
            <a:r>
              <a:rPr lang="en-US" altLang="ko-KR" dirty="0" err="1"/>
              <a:t>Tegra</a:t>
            </a:r>
            <a:r>
              <a:rPr lang="en-US" altLang="ko-KR" dirty="0"/>
              <a:t>)’ </a:t>
            </a:r>
            <a:r>
              <a:rPr lang="ko-KR" altLang="en-US" dirty="0"/>
              <a:t>시리즈</a:t>
            </a:r>
            <a:endParaRPr lang="en-US" altLang="ko-KR" dirty="0"/>
          </a:p>
          <a:p>
            <a:pPr lvl="1"/>
            <a:r>
              <a:rPr lang="ko-KR" altLang="en-US" dirty="0"/>
              <a:t>애플의 ‘</a:t>
            </a:r>
            <a:r>
              <a:rPr lang="en-US" altLang="ko-KR" dirty="0"/>
              <a:t>A’ </a:t>
            </a:r>
            <a:r>
              <a:rPr lang="ko-KR" altLang="en-US" dirty="0"/>
              <a:t>시리즈 등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48FC3D-2141-4F98-B8F6-70873BB3142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스마트폰</a:t>
            </a:r>
            <a:r>
              <a:rPr lang="en-US" altLang="ko-KR" dirty="0"/>
              <a:t>, </a:t>
            </a:r>
            <a:r>
              <a:rPr lang="ko-KR" altLang="en-US" dirty="0"/>
              <a:t>태블릿 </a:t>
            </a:r>
            <a:r>
              <a:rPr lang="en-US" altLang="ko-KR" dirty="0"/>
              <a:t>PC </a:t>
            </a:r>
            <a:r>
              <a:rPr lang="ko-KR" altLang="en-US" dirty="0"/>
              <a:t>등의 모바일 기기에 사용되는 중앙처리장치</a:t>
            </a:r>
            <a:r>
              <a:rPr lang="en-US" altLang="ko-KR" dirty="0"/>
              <a:t>(CPU)</a:t>
            </a:r>
            <a:r>
              <a:rPr lang="ko-KR" altLang="en-US" dirty="0"/>
              <a:t>를 </a:t>
            </a:r>
            <a:r>
              <a:rPr lang="en-US" altLang="ko-KR" dirty="0"/>
              <a:t>AP(Application Processor)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20E776-EDCB-48A2-9218-35BCDCEA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1BDF61-976E-48FB-BE26-B26F28D1F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36" y="3754306"/>
            <a:ext cx="4985027" cy="25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13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73A4B-4C00-4144-83F3-7A8BB950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주기억장치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B1F6E7-962B-41B5-8A81-2C900DD29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ko-KR" altLang="en-US" dirty="0"/>
              <a:t>임의접근 메모리 </a:t>
            </a:r>
            <a:r>
              <a:rPr lang="en-US" altLang="ko-KR" dirty="0"/>
              <a:t>RAM(Random Access Memory)</a:t>
            </a:r>
          </a:p>
          <a:p>
            <a:pPr lvl="1"/>
            <a:r>
              <a:rPr lang="ko-KR" altLang="en-US" dirty="0"/>
              <a:t>메모리의 임의의 위치에 데이터를 읽거나 쓸 수 있음을 의미</a:t>
            </a:r>
          </a:p>
          <a:p>
            <a:pPr lvl="1"/>
            <a:r>
              <a:rPr lang="ko-KR" altLang="en-US" dirty="0"/>
              <a:t>휘발성 메모리</a:t>
            </a:r>
            <a:endParaRPr lang="en-US" altLang="ko-KR" dirty="0"/>
          </a:p>
          <a:p>
            <a:pPr lvl="1"/>
            <a:r>
              <a:rPr lang="ko-KR" altLang="en-US" dirty="0"/>
              <a:t>듀얼 인라인 메모리 모듈</a:t>
            </a:r>
            <a:r>
              <a:rPr lang="en-US" altLang="ko-KR" dirty="0"/>
              <a:t>(DIMM: Dual In-line Memory Module)</a:t>
            </a:r>
          </a:p>
          <a:p>
            <a:pPr lvl="2"/>
            <a:r>
              <a:rPr lang="ko-KR" altLang="en-US" dirty="0"/>
              <a:t>여러 개의 메모리 칩을 회로 기판 위에 탑재한 메모리 모듈</a:t>
            </a:r>
            <a:endParaRPr lang="en-US" altLang="ko-KR" dirty="0"/>
          </a:p>
          <a:p>
            <a:pPr lvl="1"/>
            <a:r>
              <a:rPr lang="ko-KR" altLang="en-US" dirty="0" err="1"/>
              <a:t>마더보드의</a:t>
            </a:r>
            <a:r>
              <a:rPr lang="ko-KR" altLang="en-US" dirty="0"/>
              <a:t> </a:t>
            </a:r>
            <a:r>
              <a:rPr lang="en-US" altLang="ko-KR" dirty="0"/>
              <a:t>DIMM </a:t>
            </a:r>
            <a:r>
              <a:rPr lang="ko-KR" altLang="en-US" dirty="0"/>
              <a:t>소켓이라 부르는 장치에 장착 </a:t>
            </a:r>
          </a:p>
          <a:p>
            <a:pPr lvl="1"/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4F18D7-8525-477E-B66D-C83B7D4E746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CPU</a:t>
            </a:r>
            <a:r>
              <a:rPr lang="ko-KR" altLang="en-US" dirty="0"/>
              <a:t>에서 처리 중인 프로그램과 데이터를 임시로 저장하기 위한 장치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8FF9CA-A136-4C8C-8C46-B9EE893B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B0639B-A9BF-40AC-952F-DBA3EA798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131" y="1946780"/>
            <a:ext cx="3530278" cy="43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98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6B82A-B32A-47D8-9367-B5417FB22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보조기억장치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AAA06-5561-4390-8383-36D2A9A58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저장장치</a:t>
            </a:r>
          </a:p>
          <a:p>
            <a:pPr lvl="1"/>
            <a:r>
              <a:rPr lang="ko-KR" altLang="en-US" dirty="0"/>
              <a:t>주기억장치에 비하여 속도는 느리지만</a:t>
            </a:r>
            <a:r>
              <a:rPr lang="en-US" altLang="ko-KR" dirty="0"/>
              <a:t>, </a:t>
            </a:r>
            <a:r>
              <a:rPr lang="ko-KR" altLang="en-US" dirty="0"/>
              <a:t>가격이 저렴하여 더 넓은 공간을 이용 가능</a:t>
            </a:r>
          </a:p>
          <a:p>
            <a:r>
              <a:rPr lang="ko-KR" altLang="en-US" dirty="0"/>
              <a:t>종류</a:t>
            </a:r>
            <a:endParaRPr lang="en-US" altLang="ko-KR" dirty="0"/>
          </a:p>
          <a:p>
            <a:pPr lvl="1"/>
            <a:r>
              <a:rPr lang="en-US" altLang="ko-KR" dirty="0"/>
              <a:t>USB </a:t>
            </a:r>
            <a:r>
              <a:rPr lang="ko-KR" altLang="en-US" dirty="0"/>
              <a:t>메모리</a:t>
            </a:r>
            <a:endParaRPr lang="en-US" altLang="ko-KR" dirty="0"/>
          </a:p>
          <a:p>
            <a:pPr lvl="1"/>
            <a:r>
              <a:rPr lang="ko-KR" altLang="en-US" dirty="0"/>
              <a:t>하드디스크</a:t>
            </a:r>
            <a:r>
              <a:rPr lang="en-US" altLang="ko-KR" dirty="0"/>
              <a:t>(HDD: Hard Disk Driver)</a:t>
            </a:r>
          </a:p>
          <a:p>
            <a:pPr lvl="2"/>
            <a:r>
              <a:rPr lang="en-US" altLang="ko-KR" dirty="0"/>
              <a:t>USB </a:t>
            </a:r>
            <a:r>
              <a:rPr lang="ko-KR" altLang="en-US" dirty="0"/>
              <a:t>메모리에 비하여 대용량의 자료저장이 가능</a:t>
            </a:r>
            <a:endParaRPr lang="en-US" altLang="ko-KR" dirty="0"/>
          </a:p>
          <a:p>
            <a:pPr lvl="1"/>
            <a:r>
              <a:rPr lang="en-US" altLang="ko-KR" dirty="0"/>
              <a:t>SSD(Solid State Disk)</a:t>
            </a:r>
          </a:p>
          <a:p>
            <a:pPr lvl="2"/>
            <a:r>
              <a:rPr lang="ko-KR" altLang="en-US" dirty="0"/>
              <a:t>읽고 쓰는 속도가 빠르며</a:t>
            </a:r>
            <a:r>
              <a:rPr lang="en-US" altLang="ko-KR" dirty="0"/>
              <a:t>, </a:t>
            </a:r>
            <a:r>
              <a:rPr lang="ko-KR" altLang="en-US" dirty="0"/>
              <a:t>전력 사용량이 적고 충격에 강하며 발열과 소음도 적음</a:t>
            </a:r>
            <a:endParaRPr lang="en-US" altLang="ko-KR" dirty="0"/>
          </a:p>
          <a:p>
            <a:pPr lvl="2"/>
            <a:r>
              <a:rPr lang="en-US" altLang="ko-KR" dirty="0"/>
              <a:t>SSD</a:t>
            </a:r>
            <a:r>
              <a:rPr lang="ko-KR" altLang="en-US" dirty="0"/>
              <a:t>에 운영체제와 자주 사용하는 프로그램을 설치</a:t>
            </a:r>
            <a:endParaRPr lang="en-US" altLang="ko-KR" dirty="0"/>
          </a:p>
          <a:p>
            <a:pPr lvl="2"/>
            <a:r>
              <a:rPr lang="en-US" altLang="ko-KR" dirty="0"/>
              <a:t>HDD</a:t>
            </a:r>
            <a:r>
              <a:rPr lang="ko-KR" altLang="en-US" dirty="0"/>
              <a:t>에는 영화나 음악 같은 대용량의 자료를 저장하여 함께 사용</a:t>
            </a:r>
            <a:endParaRPr lang="en-US" altLang="ko-KR" dirty="0"/>
          </a:p>
          <a:p>
            <a:pPr lvl="1"/>
            <a:r>
              <a:rPr lang="ko-KR" altLang="en-US" dirty="0"/>
              <a:t>외장형 하드 디스크 드라이브</a:t>
            </a:r>
            <a:r>
              <a:rPr lang="en-US" altLang="ko-KR" dirty="0"/>
              <a:t>(external hard disk drive)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6F4677-CF3B-48A4-88E1-62FD8F6A4D7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프로그램이나 데이터를 저장하기 위한 저장 공간으로 간단히 저장장치</a:t>
            </a:r>
            <a:r>
              <a:rPr lang="en-US" altLang="ko-KR" dirty="0"/>
              <a:t>(storage)</a:t>
            </a:r>
            <a:r>
              <a:rPr lang="ko-KR" altLang="en-US" dirty="0"/>
              <a:t>라고도 부름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D5F552-2C73-4D9E-900A-59B75759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93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1D492-DFB8-48CD-BEE2-B0C58DA1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장치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572462-7750-4078-828E-E7981871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ko-KR" altLang="en-US" dirty="0"/>
              <a:t>디스플레이</a:t>
            </a:r>
            <a:r>
              <a:rPr lang="en-US" altLang="ko-KR" dirty="0"/>
              <a:t>(display)</a:t>
            </a:r>
          </a:p>
          <a:p>
            <a:pPr lvl="1"/>
            <a:r>
              <a:rPr lang="en-US" altLang="ko-KR" dirty="0"/>
              <a:t>LCD(Liquid Crystal Display)</a:t>
            </a:r>
          </a:p>
          <a:p>
            <a:pPr lvl="2"/>
            <a:r>
              <a:rPr lang="ko-KR" altLang="en-US" dirty="0"/>
              <a:t>액정 디스플레이인 </a:t>
            </a:r>
            <a:r>
              <a:rPr lang="en-US" altLang="ko-KR" dirty="0"/>
              <a:t>LCD</a:t>
            </a:r>
            <a:r>
              <a:rPr lang="ko-KR" altLang="en-US" dirty="0"/>
              <a:t>는 액정에 정해진 전압을 가하면 결정 방향이 일정하게 줄을 지어 빛의 반사가 변화해서 문자나 그림을 표시하는 디스플레이 장치</a:t>
            </a:r>
            <a:endParaRPr lang="en-US" altLang="ko-KR" dirty="0"/>
          </a:p>
          <a:p>
            <a:pPr lvl="1"/>
            <a:r>
              <a:rPr lang="en-US" altLang="ko-KR" dirty="0"/>
              <a:t>LED(Light Emitting Diode)</a:t>
            </a:r>
          </a:p>
          <a:p>
            <a:pPr lvl="2"/>
            <a:r>
              <a:rPr lang="en-US" altLang="ko-KR" dirty="0"/>
              <a:t>LED</a:t>
            </a:r>
            <a:r>
              <a:rPr lang="ko-KR" altLang="en-US" dirty="0"/>
              <a:t>는 자체 발광 </a:t>
            </a:r>
            <a:r>
              <a:rPr lang="ko-KR" altLang="en-US" dirty="0" err="1"/>
              <a:t>다이오드라고도</a:t>
            </a:r>
            <a:r>
              <a:rPr lang="ko-KR" altLang="en-US" dirty="0"/>
              <a:t> 하는데 다이오드란 전류가 한쪽 방향으로만 흐르게 만드는 회로 소자</a:t>
            </a:r>
            <a:endParaRPr lang="en-US" altLang="ko-KR" dirty="0"/>
          </a:p>
          <a:p>
            <a:pPr lvl="1"/>
            <a:r>
              <a:rPr lang="ko-KR" altLang="en-US" dirty="0"/>
              <a:t>고해상도 모니터</a:t>
            </a:r>
            <a:r>
              <a:rPr lang="en-US" altLang="ko-KR" dirty="0"/>
              <a:t>(UHD: Ultra High Definition)</a:t>
            </a:r>
          </a:p>
          <a:p>
            <a:pPr lvl="2"/>
            <a:r>
              <a:rPr lang="ko-KR" altLang="en-US" dirty="0"/>
              <a:t>화소</a:t>
            </a:r>
            <a:r>
              <a:rPr lang="en-US" altLang="ko-KR" dirty="0"/>
              <a:t>(pixel) </a:t>
            </a:r>
            <a:r>
              <a:rPr lang="ko-KR" altLang="en-US" dirty="0"/>
              <a:t>수가 </a:t>
            </a:r>
            <a:r>
              <a:rPr lang="en-US" altLang="ko-KR" dirty="0"/>
              <a:t>3840 * 2160</a:t>
            </a:r>
          </a:p>
          <a:p>
            <a:pPr lvl="2"/>
            <a:r>
              <a:rPr lang="en-US" altLang="ko-KR" dirty="0"/>
              <a:t>Full HD </a:t>
            </a:r>
            <a:r>
              <a:rPr lang="ko-KR" altLang="en-US" dirty="0"/>
              <a:t>모니터의 </a:t>
            </a:r>
            <a:r>
              <a:rPr lang="en-US" altLang="ko-KR" dirty="0"/>
              <a:t>1920 * 1080</a:t>
            </a:r>
            <a:r>
              <a:rPr lang="ko-KR" altLang="en-US" dirty="0"/>
              <a:t>보다 </a:t>
            </a:r>
            <a:r>
              <a:rPr lang="en-US" altLang="ko-KR" dirty="0"/>
              <a:t>4</a:t>
            </a:r>
            <a:r>
              <a:rPr lang="ko-KR" altLang="en-US" dirty="0"/>
              <a:t>배 높은 수치여서 </a:t>
            </a:r>
            <a:r>
              <a:rPr lang="en-US" altLang="ko-KR" dirty="0"/>
              <a:t>4K UHD</a:t>
            </a:r>
            <a:r>
              <a:rPr lang="ko-KR" altLang="en-US" dirty="0"/>
              <a:t>라 부름</a:t>
            </a:r>
            <a:endParaRPr lang="en-US" altLang="ko-KR" dirty="0"/>
          </a:p>
          <a:p>
            <a:r>
              <a:rPr lang="ko-KR" altLang="en-US" dirty="0"/>
              <a:t>프린터</a:t>
            </a:r>
            <a:r>
              <a:rPr lang="en-US" altLang="ko-KR" dirty="0"/>
              <a:t>(printer), </a:t>
            </a:r>
            <a:r>
              <a:rPr lang="ko-KR" altLang="en-US" dirty="0"/>
              <a:t>플로터</a:t>
            </a:r>
            <a:r>
              <a:rPr lang="en-US" altLang="ko-KR" dirty="0"/>
              <a:t>(plotter) 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092F8F-ED2A-47C4-B645-A8C27E6B4FC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컴퓨터의 처리 결과를 사용자가 사용 가능한 형태나 적당한 최종적인 형태로 바꾸어 주는 장치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1D2F6-B95B-47A6-96D1-7B8F9348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720BF4-0B5D-47A1-B385-8DC60C2AD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095" y="3172781"/>
            <a:ext cx="5822306" cy="252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58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39414-C094-44FE-A56E-EBD12AA6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</a:t>
            </a:r>
            <a:r>
              <a:rPr lang="en-US" altLang="ko-KR" dirty="0"/>
              <a:t>(3D) </a:t>
            </a:r>
            <a:r>
              <a:rPr lang="ko-KR" altLang="en-US" dirty="0"/>
              <a:t>프린터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2F48CD-F445-4CB7-BCF4-981710B10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3D </a:t>
            </a:r>
            <a:r>
              <a:rPr lang="ko-KR" altLang="en-US" dirty="0" err="1"/>
              <a:t>시스템즈</a:t>
            </a:r>
            <a:r>
              <a:rPr lang="en-US" altLang="ko-KR" dirty="0"/>
              <a:t> </a:t>
            </a:r>
            <a:r>
              <a:rPr lang="ko-KR" altLang="en-US" dirty="0"/>
              <a:t>사</a:t>
            </a:r>
            <a:r>
              <a:rPr lang="en-US" altLang="ko-KR" dirty="0"/>
              <a:t>: 3</a:t>
            </a:r>
            <a:r>
              <a:rPr lang="ko-KR" altLang="en-US" dirty="0"/>
              <a:t>차원 모형을 만드는 기술을 발명</a:t>
            </a:r>
            <a:endParaRPr lang="en-US" altLang="ko-KR" dirty="0"/>
          </a:p>
          <a:p>
            <a:pPr lvl="1"/>
            <a:r>
              <a:rPr lang="en-US" altLang="ko-KR" dirty="0"/>
              <a:t>1984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미국의 찰스 </a:t>
            </a:r>
            <a:r>
              <a:rPr lang="ko-KR" altLang="en-US" dirty="0" err="1"/>
              <a:t>훌</a:t>
            </a:r>
            <a:r>
              <a:rPr lang="en-US" altLang="ko-KR" dirty="0"/>
              <a:t>(Charles W. Hull)</a:t>
            </a:r>
            <a:r>
              <a:rPr lang="ko-KR" altLang="en-US" dirty="0"/>
              <a:t>이 설립한 회사</a:t>
            </a:r>
            <a:endParaRPr lang="en-US" altLang="ko-KR" dirty="0"/>
          </a:p>
          <a:p>
            <a:pPr lvl="1"/>
            <a:r>
              <a:rPr lang="ko-KR" altLang="en-US" dirty="0"/>
              <a:t>항공 및 자동차 산업에서 시제품을 만드는 용도로 주로 사용</a:t>
            </a:r>
            <a:endParaRPr lang="en-US" altLang="ko-KR" dirty="0"/>
          </a:p>
          <a:p>
            <a:pPr lvl="2"/>
            <a:r>
              <a:rPr lang="ko-KR" altLang="en-US" dirty="0"/>
              <a:t>초기에는 빠른 모형제작 </a:t>
            </a:r>
            <a:r>
              <a:rPr lang="en-US" altLang="ko-KR" dirty="0"/>
              <a:t>RP(Rapid Prototyping)</a:t>
            </a:r>
            <a:r>
              <a:rPr lang="ko-KR" altLang="en-US" dirty="0"/>
              <a:t>에 사용</a:t>
            </a:r>
            <a:endParaRPr lang="en-US" altLang="ko-KR" dirty="0"/>
          </a:p>
          <a:p>
            <a:pPr lvl="1"/>
            <a:r>
              <a:rPr lang="ko-KR" altLang="en-US" dirty="0"/>
              <a:t>가격도 매우 고가</a:t>
            </a:r>
            <a:endParaRPr lang="en-US" altLang="ko-KR" dirty="0"/>
          </a:p>
          <a:p>
            <a:r>
              <a:rPr lang="ko-KR" altLang="en-US" dirty="0"/>
              <a:t>현재</a:t>
            </a:r>
            <a:endParaRPr lang="en-US" altLang="ko-KR" dirty="0"/>
          </a:p>
          <a:p>
            <a:pPr lvl="1"/>
            <a:r>
              <a:rPr lang="ko-KR" altLang="en-US" dirty="0"/>
              <a:t>가격도 많이 저렴해지고</a:t>
            </a:r>
            <a:br>
              <a:rPr lang="en-US" altLang="ko-KR" dirty="0"/>
            </a:br>
            <a:r>
              <a:rPr lang="ko-KR" altLang="en-US" dirty="0"/>
              <a:t>매우 다양</a:t>
            </a:r>
            <a:endParaRPr lang="en-US" altLang="ko-KR" dirty="0"/>
          </a:p>
          <a:p>
            <a:pPr lvl="1"/>
            <a:r>
              <a:rPr lang="ko-KR" altLang="en-US" dirty="0"/>
              <a:t>기존의 제조 방식에</a:t>
            </a:r>
            <a:br>
              <a:rPr lang="en-US" altLang="ko-KR" dirty="0"/>
            </a:br>
            <a:r>
              <a:rPr lang="ko-KR" altLang="en-US" dirty="0"/>
              <a:t>혁명을 가져올</a:t>
            </a:r>
            <a:br>
              <a:rPr lang="en-US" altLang="ko-KR" dirty="0"/>
            </a:br>
            <a:r>
              <a:rPr lang="ko-KR" altLang="en-US" dirty="0"/>
              <a:t>기술로 주목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7CABE4-5545-403F-AC84-683C50BB710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CAD </a:t>
            </a:r>
            <a:r>
              <a:rPr lang="ko-KR" altLang="en-US" dirty="0"/>
              <a:t>또는 </a:t>
            </a:r>
            <a:r>
              <a:rPr lang="en-US" altLang="ko-KR" dirty="0"/>
              <a:t>3</a:t>
            </a:r>
            <a:r>
              <a:rPr lang="ko-KR" altLang="en-US" dirty="0"/>
              <a:t>차원 모델링 소프트웨어를 이용하여 </a:t>
            </a:r>
            <a:r>
              <a:rPr lang="en-US" altLang="ko-KR" dirty="0"/>
              <a:t>3</a:t>
            </a:r>
            <a:r>
              <a:rPr lang="ko-KR" altLang="en-US" dirty="0"/>
              <a:t>차원 도면을 완성해야 입체 모형을 출력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607BFF-C889-4B64-BD38-CD979A80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97415D-C390-48E5-8193-C54CF5C88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877" y="3444321"/>
            <a:ext cx="7415132" cy="272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89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C508048-9E59-46B7-B00C-9E164D702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777" y="3633337"/>
            <a:ext cx="9029760" cy="29211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76611C2-06E1-4053-8AD9-89EA267C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영상 디스플레이 장치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F12DC-A839-4623-93AA-9766361BE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홀로그램</a:t>
            </a:r>
            <a:r>
              <a:rPr lang="en-US" altLang="ko-KR" dirty="0"/>
              <a:t>(hologram)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차원 영상 디스플레이의 대표적인 방법</a:t>
            </a:r>
            <a:endParaRPr lang="en-US" altLang="ko-KR" dirty="0"/>
          </a:p>
          <a:p>
            <a:r>
              <a:rPr lang="ko-KR" altLang="en-US" dirty="0"/>
              <a:t>마이크로소프트 ‘</a:t>
            </a:r>
            <a:r>
              <a:rPr lang="ko-KR" altLang="en-US" dirty="0" err="1"/>
              <a:t>홀로렌즈</a:t>
            </a:r>
            <a:r>
              <a:rPr lang="ko-KR" altLang="en-US" dirty="0"/>
              <a:t> </a:t>
            </a:r>
            <a:r>
              <a:rPr lang="en-US" altLang="ko-KR" dirty="0"/>
              <a:t>(HoloLens)’ </a:t>
            </a:r>
          </a:p>
          <a:p>
            <a:pPr lvl="1"/>
            <a:r>
              <a:rPr lang="ko-KR" altLang="en-US" dirty="0"/>
              <a:t>허공에서 홀로그램과 같은 </a:t>
            </a:r>
            <a:r>
              <a:rPr lang="en-US" altLang="ko-KR" dirty="0"/>
              <a:t>3</a:t>
            </a:r>
            <a:r>
              <a:rPr lang="ko-KR" altLang="en-US" dirty="0"/>
              <a:t>차원 영상을 볼 수 있는 웨어러블 기기</a:t>
            </a:r>
            <a:endParaRPr lang="en-US" altLang="ko-KR" dirty="0"/>
          </a:p>
          <a:p>
            <a:pPr lvl="1"/>
            <a:r>
              <a:rPr lang="ko-KR" altLang="en-US" dirty="0"/>
              <a:t>투명한 안경이 장착된 머리 착용 디스플레이 장치</a:t>
            </a:r>
            <a:endParaRPr lang="en-US" altLang="ko-KR" dirty="0"/>
          </a:p>
          <a:p>
            <a:pPr lvl="1"/>
            <a:r>
              <a:rPr lang="ko-KR" altLang="en-US" dirty="0"/>
              <a:t>허공에 보이는 영상을 손으로 조작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CB5A3F-619E-48D4-9C0C-E5452B685F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영화 ‘아이언맨</a:t>
            </a:r>
            <a:r>
              <a:rPr lang="en-US" altLang="ko-KR" dirty="0"/>
              <a:t>3’</a:t>
            </a:r>
            <a:r>
              <a:rPr lang="ko-KR" altLang="en-US" dirty="0"/>
              <a:t>에서 허공에 떠 있는 입체 영상인 로봇 슈트에 주인공이 직접 손으로 허공의 로봇 슈트를 제어하는 모습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A1EEFB-B409-4C7A-B01B-787A63C6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60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129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14842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B636A-38C3-4E0C-BD0B-F8786326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 소프트웨어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977CE-19C5-4FDB-9725-95DA2A27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ko-KR" altLang="en-US" dirty="0"/>
              <a:t>소프트웨어 분류</a:t>
            </a:r>
          </a:p>
          <a:p>
            <a:pPr lvl="1"/>
            <a:r>
              <a:rPr lang="ko-KR" altLang="en-US" dirty="0"/>
              <a:t>시스템 소프트웨어</a:t>
            </a:r>
          </a:p>
          <a:p>
            <a:pPr lvl="2"/>
            <a:r>
              <a:rPr lang="ko-KR" altLang="en-US" dirty="0"/>
              <a:t>컴퓨터가 잘 작동하도록 도와주는 기본</a:t>
            </a:r>
            <a:br>
              <a:rPr lang="en-US" altLang="ko-KR" dirty="0"/>
            </a:br>
            <a:r>
              <a:rPr lang="ko-KR" altLang="en-US" dirty="0"/>
              <a:t>소프트웨어</a:t>
            </a:r>
          </a:p>
          <a:p>
            <a:pPr lvl="2"/>
            <a:r>
              <a:rPr lang="ko-KR" altLang="en-US" dirty="0"/>
              <a:t>운영체제</a:t>
            </a:r>
            <a:r>
              <a:rPr lang="en-US" altLang="ko-KR" dirty="0"/>
              <a:t>, </a:t>
            </a:r>
            <a:r>
              <a:rPr lang="ko-KR" altLang="en-US" dirty="0"/>
              <a:t>유틸리티</a:t>
            </a:r>
          </a:p>
          <a:p>
            <a:pPr lvl="1"/>
            <a:r>
              <a:rPr lang="ko-KR" altLang="en-US" dirty="0"/>
              <a:t>응용 소프트웨어</a:t>
            </a:r>
          </a:p>
          <a:p>
            <a:pPr lvl="2"/>
            <a:r>
              <a:rPr lang="ko-KR" altLang="en-US" dirty="0"/>
              <a:t>사무용 소프트웨어</a:t>
            </a:r>
            <a:endParaRPr lang="en-US" altLang="ko-KR" dirty="0"/>
          </a:p>
          <a:p>
            <a:pPr lvl="3"/>
            <a:r>
              <a:rPr lang="ko-KR" altLang="en-US" dirty="0"/>
              <a:t>문서 작성이나 회계 업무와 같은</a:t>
            </a:r>
            <a:br>
              <a:rPr lang="en-US" altLang="ko-KR" dirty="0"/>
            </a:br>
            <a:r>
              <a:rPr lang="ko-KR" altLang="en-US" dirty="0"/>
              <a:t>업무에 활용되는 소프트웨어</a:t>
            </a:r>
            <a:endParaRPr lang="en-US" altLang="ko-KR" dirty="0"/>
          </a:p>
          <a:p>
            <a:pPr lvl="3"/>
            <a:r>
              <a:rPr lang="ko-KR" altLang="en-US" dirty="0"/>
              <a:t>워드프로세서</a:t>
            </a:r>
            <a:r>
              <a:rPr lang="en-US" altLang="ko-KR" dirty="0"/>
              <a:t>, </a:t>
            </a:r>
            <a:r>
              <a:rPr lang="ko-KR" altLang="en-US" dirty="0" err="1"/>
              <a:t>스프레드쉬트</a:t>
            </a:r>
            <a:endParaRPr lang="en-US" altLang="ko-KR" dirty="0"/>
          </a:p>
          <a:p>
            <a:pPr lvl="2"/>
            <a:r>
              <a:rPr lang="ko-KR" altLang="en-US" dirty="0"/>
              <a:t>프로그램 개발 도구</a:t>
            </a:r>
            <a:r>
              <a:rPr lang="en-US" altLang="ko-KR" dirty="0"/>
              <a:t>, </a:t>
            </a:r>
            <a:r>
              <a:rPr lang="ko-KR" altLang="en-US" dirty="0"/>
              <a:t>데이터베이스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93B5E-8D19-4891-95C6-35B881E856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컴퓨터가 특정 작업을 수행할 수 있도록 해주는 전자적인 명령어 집합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70707-72E0-4E03-9FE7-B9B2952B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8C67F0-A97F-4CD6-B452-6C4D470F5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736" y="2330150"/>
            <a:ext cx="5606586" cy="304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9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9FA12-2405-481B-8965-41E25D33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</a:t>
            </a:r>
            <a:r>
              <a:rPr lang="en-US" altLang="ko-KR" dirty="0"/>
              <a:t>: Operating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395CD9-2202-4C9E-B4F9-8583A8555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666786"/>
            <a:ext cx="11674764" cy="3609549"/>
          </a:xfrm>
        </p:spPr>
        <p:txBody>
          <a:bodyPr numCol="2">
            <a:normAutofit/>
          </a:bodyPr>
          <a:lstStyle/>
          <a:p>
            <a:r>
              <a:rPr lang="ko-KR" altLang="en-US" dirty="0"/>
              <a:t>기능</a:t>
            </a:r>
          </a:p>
          <a:p>
            <a:pPr lvl="1"/>
            <a:r>
              <a:rPr lang="ko-KR" altLang="en-US" dirty="0"/>
              <a:t>하드웨어와 응용프로그램 간의 인터페이스 역할</a:t>
            </a:r>
            <a:endParaRPr lang="en-US" altLang="ko-KR" dirty="0"/>
          </a:p>
          <a:p>
            <a:pPr lvl="2"/>
            <a:r>
              <a:rPr lang="en-US" altLang="ko-KR" dirty="0"/>
              <a:t>CPU, </a:t>
            </a:r>
            <a:r>
              <a:rPr lang="ko-KR" altLang="en-US" dirty="0"/>
              <a:t>주기억장치</a:t>
            </a:r>
            <a:r>
              <a:rPr lang="en-US" altLang="ko-KR" dirty="0"/>
              <a:t>, </a:t>
            </a:r>
            <a:r>
              <a:rPr lang="ko-KR" altLang="en-US" dirty="0"/>
              <a:t>입출력장치 등의 컴퓨터 자원을 관리</a:t>
            </a:r>
            <a:endParaRPr lang="en-US" altLang="ko-KR" dirty="0"/>
          </a:p>
          <a:p>
            <a:pPr lvl="1"/>
            <a:r>
              <a:rPr lang="ko-KR" altLang="en-US" dirty="0"/>
              <a:t>인간과 컴퓨터 간의 상호작용을 위한 인터페이스를 제공</a:t>
            </a:r>
          </a:p>
          <a:p>
            <a:pPr lvl="2"/>
            <a:r>
              <a:rPr lang="ko-KR" altLang="en-US" dirty="0"/>
              <a:t>컴퓨터의 동작을 구동</a:t>
            </a:r>
            <a:r>
              <a:rPr lang="en-US" altLang="ko-KR" dirty="0"/>
              <a:t>(booting)</a:t>
            </a:r>
          </a:p>
          <a:p>
            <a:pPr lvl="2"/>
            <a:r>
              <a:rPr lang="ko-KR" altLang="en-US" dirty="0"/>
              <a:t>입출력 연산을 제어</a:t>
            </a:r>
          </a:p>
          <a:p>
            <a:pPr lvl="2"/>
            <a:r>
              <a:rPr lang="ko-KR" altLang="en-US" dirty="0"/>
              <a:t>프로그램의 실행을 제어</a:t>
            </a:r>
          </a:p>
          <a:p>
            <a:pPr lvl="2"/>
            <a:r>
              <a:rPr lang="ko-KR" altLang="en-US" dirty="0"/>
              <a:t>데이터와 파일의 저장을 관리</a:t>
            </a:r>
          </a:p>
          <a:p>
            <a:r>
              <a:rPr lang="ko-KR" altLang="en-US" dirty="0"/>
              <a:t>운영체제의 종류</a:t>
            </a:r>
          </a:p>
          <a:p>
            <a:pPr lvl="1"/>
            <a:r>
              <a:rPr lang="ko-KR" altLang="en-US" dirty="0"/>
              <a:t>유닉스</a:t>
            </a:r>
            <a:r>
              <a:rPr lang="en-US" altLang="ko-KR" dirty="0"/>
              <a:t>(Unix), </a:t>
            </a:r>
            <a:r>
              <a:rPr lang="ko-KR" altLang="en-US" dirty="0"/>
              <a:t>리눅스</a:t>
            </a:r>
            <a:r>
              <a:rPr lang="en-US" altLang="ko-KR" dirty="0"/>
              <a:t>(Linux)</a:t>
            </a:r>
          </a:p>
          <a:p>
            <a:pPr lvl="1"/>
            <a:r>
              <a:rPr lang="ko-KR" altLang="en-US" dirty="0" err="1"/>
              <a:t>윈도우즈</a:t>
            </a:r>
            <a:r>
              <a:rPr lang="en-US" altLang="ko-KR" dirty="0"/>
              <a:t>(Windows), </a:t>
            </a:r>
            <a:r>
              <a:rPr lang="ko-KR" altLang="en-US" dirty="0"/>
              <a:t>맥</a:t>
            </a:r>
            <a:r>
              <a:rPr lang="en-US" altLang="ko-KR" dirty="0"/>
              <a:t>OS(Mac OS) </a:t>
            </a:r>
            <a:r>
              <a:rPr lang="ko-KR" altLang="en-US" dirty="0"/>
              <a:t>등</a:t>
            </a:r>
          </a:p>
          <a:p>
            <a:pPr lvl="1"/>
            <a:r>
              <a:rPr lang="ko-KR" altLang="en-US" dirty="0"/>
              <a:t>스마트</a:t>
            </a:r>
            <a:r>
              <a:rPr lang="en-US" altLang="ko-KR" dirty="0"/>
              <a:t> </a:t>
            </a:r>
            <a:r>
              <a:rPr lang="ko-KR" altLang="en-US" dirty="0"/>
              <a:t>기기 운영체제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C5539-612E-47C0-92A1-F920D46369F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 시스템의 전반적인 동작을 제어하고 조정하는 시스템 프로그램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0CBCBA-47B3-4D08-B589-6D5CF09B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97ABA1-BD44-4DAF-82FB-8E4C382E7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543" y="3990338"/>
            <a:ext cx="6557906" cy="240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76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129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3300828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B05E9-2ADF-49FA-B0D8-F7C8A996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주판과 파스칼의 계산기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2C07F-0E15-4DC5-A613-D28823D25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주판</a:t>
            </a:r>
            <a:r>
              <a:rPr lang="en-US" altLang="ko-KR" dirty="0"/>
              <a:t>(abacus)</a:t>
            </a:r>
          </a:p>
          <a:p>
            <a:pPr lvl="1"/>
            <a:r>
              <a:rPr lang="ko-KR" altLang="en-US" dirty="0"/>
              <a:t>현대적인 주판은 중국에서는 </a:t>
            </a:r>
            <a:r>
              <a:rPr lang="en-US" altLang="ko-KR" dirty="0"/>
              <a:t>1300</a:t>
            </a:r>
            <a:r>
              <a:rPr lang="ko-KR" altLang="en-US" dirty="0"/>
              <a:t>년경부터 사용</a:t>
            </a:r>
            <a:endParaRPr lang="en-US" altLang="ko-KR" dirty="0"/>
          </a:p>
          <a:p>
            <a:pPr lvl="1"/>
            <a:r>
              <a:rPr lang="ko-KR" altLang="en-US" dirty="0"/>
              <a:t>우리나라에 </a:t>
            </a:r>
            <a:r>
              <a:rPr lang="en-US" altLang="ko-KR" dirty="0"/>
              <a:t>1400</a:t>
            </a:r>
            <a:r>
              <a:rPr lang="ko-KR" altLang="en-US" dirty="0"/>
              <a:t>년경에 도입</a:t>
            </a:r>
            <a:endParaRPr lang="en-US" altLang="ko-KR" dirty="0"/>
          </a:p>
          <a:p>
            <a:r>
              <a:rPr lang="ko-KR" altLang="en-US" dirty="0"/>
              <a:t>세계 최초의 기계식 계산기</a:t>
            </a:r>
            <a:endParaRPr lang="en-US" altLang="ko-KR" dirty="0"/>
          </a:p>
          <a:p>
            <a:pPr lvl="1"/>
            <a:r>
              <a:rPr lang="en-US" altLang="ko-KR" dirty="0"/>
              <a:t>17</a:t>
            </a:r>
            <a:r>
              <a:rPr lang="ko-KR" altLang="en-US" dirty="0"/>
              <a:t>세기에는 프랑스의 철학자이자 수학자인 파스칼</a:t>
            </a:r>
            <a:r>
              <a:rPr lang="en-US" altLang="ko-KR" dirty="0"/>
              <a:t>(Blaise Pascal, 1623~1662)</a:t>
            </a:r>
            <a:r>
              <a:rPr lang="ko-KR" altLang="en-US" dirty="0"/>
              <a:t>이 개발</a:t>
            </a:r>
            <a:endParaRPr lang="en-US" altLang="ko-KR" dirty="0"/>
          </a:p>
          <a:p>
            <a:pPr lvl="1"/>
            <a:r>
              <a:rPr lang="ko-KR" altLang="en-US" dirty="0"/>
              <a:t>톱니바퀴의 원리를 이용하여 만들었으며 덧셈과 뺄셈을 할 수 있는 수동식 계산기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822382-45B1-48EF-BF8E-D53D90C015A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계산 도구의 기원은 주판</a:t>
            </a:r>
            <a:r>
              <a:rPr lang="en-US" altLang="ko-KR" dirty="0"/>
              <a:t>, </a:t>
            </a:r>
            <a:r>
              <a:rPr lang="ko-KR" altLang="en-US" dirty="0"/>
              <a:t>기원전 </a:t>
            </a:r>
            <a:r>
              <a:rPr lang="en-US" altLang="ko-KR" dirty="0"/>
              <a:t>30</a:t>
            </a:r>
            <a:r>
              <a:rPr lang="ko-KR" altLang="en-US" dirty="0"/>
              <a:t>세기 정도에 바빌로니아에서 처음 발명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C4279E-0882-4C7D-B1E7-93553E5E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32E5D2-81ED-44FA-97BF-A7FED33F2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498" y="3945199"/>
            <a:ext cx="6416141" cy="271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30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5810E-C473-49AE-A3A5-4E249140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배비지의</a:t>
            </a:r>
            <a:r>
              <a:rPr lang="ko-KR" altLang="en-US" dirty="0"/>
              <a:t> 분석엔진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043B49-E9BB-439C-AD54-D4F2EAA71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1812</a:t>
            </a:r>
            <a:r>
              <a:rPr lang="ko-KR" altLang="en-US" dirty="0"/>
              <a:t>년 찰스 </a:t>
            </a:r>
            <a:r>
              <a:rPr lang="ko-KR" altLang="en-US" dirty="0" err="1"/>
              <a:t>배비지</a:t>
            </a:r>
            <a:r>
              <a:rPr lang="en-US" altLang="ko-KR" dirty="0"/>
              <a:t>(</a:t>
            </a:r>
            <a:r>
              <a:rPr lang="en-US" altLang="ko-KR" dirty="0" err="1"/>
              <a:t>Charlse</a:t>
            </a:r>
            <a:r>
              <a:rPr lang="en-US" altLang="ko-KR" dirty="0"/>
              <a:t> Babbage, 1792 ~ 1871)</a:t>
            </a:r>
          </a:p>
          <a:p>
            <a:pPr lvl="1"/>
            <a:r>
              <a:rPr lang="ko-KR" altLang="en-US" dirty="0"/>
              <a:t>컴퓨터의 아버지</a:t>
            </a:r>
            <a:endParaRPr lang="en-US" altLang="ko-KR" dirty="0"/>
          </a:p>
          <a:p>
            <a:pPr lvl="1"/>
            <a:r>
              <a:rPr lang="ko-KR" altLang="en-US" dirty="0"/>
              <a:t>미분기</a:t>
            </a:r>
            <a:r>
              <a:rPr lang="en-US" altLang="ko-KR" dirty="0"/>
              <a:t>(Difference Engine)</a:t>
            </a:r>
            <a:r>
              <a:rPr lang="ko-KR" altLang="en-US" dirty="0"/>
              <a:t>를 설계하기 시작</a:t>
            </a:r>
            <a:r>
              <a:rPr lang="en-US" altLang="ko-KR" dirty="0"/>
              <a:t>, </a:t>
            </a:r>
          </a:p>
          <a:p>
            <a:pPr lvl="1"/>
            <a:r>
              <a:rPr lang="ko-KR" altLang="en-US" dirty="0"/>
              <a:t>이를 발전시켜 분석엔진 </a:t>
            </a:r>
            <a:r>
              <a:rPr lang="en-US" altLang="ko-KR" dirty="0"/>
              <a:t>(Analytic Engine)</a:t>
            </a:r>
            <a:r>
              <a:rPr lang="ko-KR" altLang="en-US" dirty="0"/>
              <a:t>을 설계함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의미</a:t>
            </a:r>
            <a:endParaRPr lang="en-US" altLang="ko-KR" dirty="0"/>
          </a:p>
          <a:p>
            <a:pPr lvl="1"/>
            <a:r>
              <a:rPr lang="ko-KR" altLang="en-US" dirty="0"/>
              <a:t>지금의 모든 범용</a:t>
            </a:r>
            <a:br>
              <a:rPr lang="en-US" altLang="ko-KR" dirty="0"/>
            </a:br>
            <a:r>
              <a:rPr lang="ko-KR" altLang="en-US" dirty="0"/>
              <a:t>컴퓨터의 모체</a:t>
            </a:r>
            <a:endParaRPr lang="en-US" altLang="ko-KR" dirty="0"/>
          </a:p>
          <a:p>
            <a:pPr lvl="1"/>
            <a:r>
              <a:rPr lang="ko-KR" altLang="en-US" dirty="0"/>
              <a:t>제어 장치</a:t>
            </a:r>
            <a:r>
              <a:rPr lang="en-US" altLang="ko-KR" dirty="0"/>
              <a:t>, </a:t>
            </a:r>
            <a:r>
              <a:rPr lang="ko-KR" altLang="en-US" dirty="0"/>
              <a:t>연산 장치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저장 장치</a:t>
            </a:r>
            <a:r>
              <a:rPr lang="en-US" altLang="ko-KR" dirty="0"/>
              <a:t>, </a:t>
            </a:r>
            <a:r>
              <a:rPr lang="ko-KR" altLang="en-US" dirty="0"/>
              <a:t>입출력</a:t>
            </a:r>
            <a:br>
              <a:rPr lang="en-US" altLang="ko-KR" dirty="0"/>
            </a:br>
            <a:r>
              <a:rPr lang="ko-KR" altLang="en-US" dirty="0"/>
              <a:t>장치 등을 포함하여 설계</a:t>
            </a:r>
          </a:p>
          <a:p>
            <a:pPr lvl="1"/>
            <a:r>
              <a:rPr lang="ko-KR" altLang="en-US" dirty="0"/>
              <a:t>프로그램 언어의 개념은</a:t>
            </a:r>
            <a:br>
              <a:rPr lang="en-US" altLang="ko-KR" dirty="0"/>
            </a:br>
            <a:r>
              <a:rPr lang="ko-KR" altLang="en-US" dirty="0"/>
              <a:t>물론 반복문과 제어문까지</a:t>
            </a:r>
            <a:br>
              <a:rPr lang="en-US" altLang="ko-KR" dirty="0"/>
            </a:br>
            <a:r>
              <a:rPr lang="ko-KR" altLang="en-US" dirty="0"/>
              <a:t>갖추고 있었음</a:t>
            </a:r>
            <a:endParaRPr lang="en-US" altLang="ko-KR" dirty="0"/>
          </a:p>
          <a:p>
            <a:pPr lvl="1"/>
            <a:r>
              <a:rPr lang="ko-KR" altLang="en-US" dirty="0"/>
              <a:t>그 당시 기술 수준으로</a:t>
            </a:r>
            <a:br>
              <a:rPr lang="en-US" altLang="ko-KR" dirty="0"/>
            </a:br>
            <a:r>
              <a:rPr lang="ko-KR" altLang="en-US" dirty="0"/>
              <a:t>구현하지는 못함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F462BE-FAEC-41B2-9B72-4BA1E458028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컴퓨터의 아버지라 불리는 </a:t>
            </a:r>
            <a:r>
              <a:rPr lang="ko-KR" altLang="en-US" dirty="0" err="1"/>
              <a:t>배비지는</a:t>
            </a:r>
            <a:r>
              <a:rPr lang="ko-KR" altLang="en-US" dirty="0"/>
              <a:t> 분선엔진을 고안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BE34B0-6C9A-4C5E-8A62-3F51DF67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DD1B81-0F9E-444D-BCF8-8340F3C2E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445" y="3044236"/>
            <a:ext cx="5871489" cy="34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55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3E14F-C9CB-4990-BC85-D82912EF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ITStory</a:t>
            </a:r>
            <a:r>
              <a:rPr lang="en-US" altLang="ko-KR" dirty="0"/>
              <a:t>: </a:t>
            </a:r>
            <a:r>
              <a:rPr lang="ko-KR" altLang="en-US" dirty="0" err="1"/>
              <a:t>오거스타</a:t>
            </a:r>
            <a:r>
              <a:rPr lang="ko-KR" altLang="en-US" dirty="0"/>
              <a:t> 에이다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B7487-F6AA-4E9D-A7F6-6CF6564AA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ko-KR" altLang="en-US" dirty="0" err="1"/>
              <a:t>어거스타</a:t>
            </a:r>
            <a:r>
              <a:rPr lang="ko-KR" altLang="en-US" dirty="0"/>
              <a:t> 에이다</a:t>
            </a:r>
            <a:r>
              <a:rPr lang="en-US" altLang="ko-KR" dirty="0"/>
              <a:t>(Augusta Ada, 1815∼1852)</a:t>
            </a:r>
          </a:p>
          <a:p>
            <a:pPr lvl="1"/>
            <a:r>
              <a:rPr lang="ko-KR" altLang="en-US" dirty="0"/>
              <a:t>수학에 천재적 재능</a:t>
            </a:r>
            <a:endParaRPr lang="en-US" altLang="ko-KR" dirty="0"/>
          </a:p>
          <a:p>
            <a:pPr lvl="1"/>
            <a:r>
              <a:rPr lang="ko-KR" altLang="en-US" dirty="0" err="1"/>
              <a:t>배비지가</a:t>
            </a:r>
            <a:r>
              <a:rPr lang="ko-KR" altLang="en-US" dirty="0"/>
              <a:t> 고안한 기계를 이해</a:t>
            </a:r>
            <a:endParaRPr lang="en-US" altLang="ko-KR" dirty="0"/>
          </a:p>
          <a:p>
            <a:pPr lvl="2"/>
            <a:r>
              <a:rPr lang="en-US" altLang="ko-KR" dirty="0"/>
              <a:t>1833</a:t>
            </a:r>
            <a:r>
              <a:rPr lang="ko-KR" altLang="en-US" dirty="0"/>
              <a:t>년에 </a:t>
            </a:r>
            <a:r>
              <a:rPr lang="ko-KR" altLang="en-US" dirty="0" err="1"/>
              <a:t>배비지가</a:t>
            </a:r>
            <a:r>
              <a:rPr lang="ko-KR" altLang="en-US" dirty="0"/>
              <a:t> 고안한 ‘분석 엔진</a:t>
            </a:r>
            <a:r>
              <a:rPr lang="en-US" altLang="ko-KR" dirty="0"/>
              <a:t>(Analytical Engine)’</a:t>
            </a:r>
            <a:r>
              <a:rPr lang="ko-KR" altLang="en-US" dirty="0"/>
              <a:t>에 계산과정을 기술하는 프로그램을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 lvl="3"/>
            <a:r>
              <a:rPr lang="ko-KR" altLang="en-US" dirty="0"/>
              <a:t>오늘날 일반적으로 사용하는 컴퓨터의 시조가 되는 데 공헌</a:t>
            </a:r>
            <a:endParaRPr lang="en-US" altLang="ko-KR" dirty="0"/>
          </a:p>
          <a:p>
            <a:pPr lvl="1"/>
            <a:r>
              <a:rPr lang="ko-KR" altLang="en-US" dirty="0"/>
              <a:t>‘</a:t>
            </a:r>
            <a:r>
              <a:rPr lang="ko-KR" altLang="en-US" dirty="0" err="1"/>
              <a:t>배비지의</a:t>
            </a:r>
            <a:r>
              <a:rPr lang="ko-KR" altLang="en-US" dirty="0"/>
              <a:t> 해석기관에 대한 분석</a:t>
            </a:r>
            <a:r>
              <a:rPr lang="en-US" altLang="ko-KR" dirty="0"/>
              <a:t>(Observations on Mr. Babbage’s Analytical Engine)’</a:t>
            </a:r>
            <a:r>
              <a:rPr lang="ko-KR" altLang="en-US" dirty="0"/>
              <a:t>을 출간</a:t>
            </a:r>
            <a:endParaRPr lang="en-US" altLang="ko-KR" dirty="0"/>
          </a:p>
          <a:p>
            <a:pPr lvl="2"/>
            <a:r>
              <a:rPr lang="en-US" altLang="ko-KR" dirty="0"/>
              <a:t>1842</a:t>
            </a:r>
            <a:r>
              <a:rPr lang="ko-KR" altLang="en-US" dirty="0"/>
              <a:t>년</a:t>
            </a:r>
            <a:endParaRPr lang="en-US" altLang="ko-KR" dirty="0"/>
          </a:p>
          <a:p>
            <a:pPr lvl="2"/>
            <a:r>
              <a:rPr lang="ko-KR" altLang="en-US" dirty="0"/>
              <a:t>오늘날 컴퓨터의 원형이 된 ‘분석 </a:t>
            </a:r>
            <a:r>
              <a:rPr lang="ko-KR" altLang="en-US" dirty="0" err="1"/>
              <a:t>엔진’에</a:t>
            </a:r>
            <a:r>
              <a:rPr lang="ko-KR" altLang="en-US" dirty="0"/>
              <a:t> 관한 책</a:t>
            </a:r>
          </a:p>
          <a:p>
            <a:pPr lvl="2"/>
            <a:r>
              <a:rPr lang="ko-KR" altLang="en-US" dirty="0"/>
              <a:t>현대 컴퓨터 프로그래밍 역사의 기원</a:t>
            </a:r>
            <a:endParaRPr lang="en-US" altLang="ko-KR" dirty="0"/>
          </a:p>
          <a:p>
            <a:pPr lvl="1"/>
            <a:r>
              <a:rPr lang="ko-KR" altLang="en-US" dirty="0"/>
              <a:t>세계 최초의 프로그래머 호칭</a:t>
            </a:r>
            <a:endParaRPr lang="en-US" altLang="ko-KR" dirty="0"/>
          </a:p>
          <a:p>
            <a:r>
              <a:rPr lang="ko-KR" altLang="en-US" dirty="0"/>
              <a:t>프로그래밍 언어 에이다</a:t>
            </a:r>
            <a:endParaRPr lang="en-US" altLang="ko-KR" dirty="0"/>
          </a:p>
          <a:p>
            <a:pPr lvl="1"/>
            <a:r>
              <a:rPr lang="ko-KR" altLang="en-US" dirty="0"/>
              <a:t>새로 개발한 프로그래밍 언어를 그녀의 이름을 따서 “</a:t>
            </a:r>
            <a:r>
              <a:rPr lang="en-US" altLang="ko-KR" dirty="0"/>
              <a:t>ADA”</a:t>
            </a:r>
            <a:r>
              <a:rPr lang="ko-KR" altLang="en-US" dirty="0"/>
              <a:t>라고 명명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9110FB-083D-4346-B687-F8CC04F111E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영국의 낭만파 시인 바이런의 딸인 </a:t>
            </a:r>
            <a:r>
              <a:rPr lang="ko-KR" altLang="en-US" dirty="0" err="1"/>
              <a:t>오거스타</a:t>
            </a:r>
            <a:r>
              <a:rPr lang="ko-KR" altLang="en-US" dirty="0"/>
              <a:t> 에이다</a:t>
            </a:r>
            <a:r>
              <a:rPr lang="en-US" altLang="ko-KR" dirty="0"/>
              <a:t>(Augusta Ada)</a:t>
            </a:r>
            <a:r>
              <a:rPr lang="ko-KR" altLang="en-US" dirty="0"/>
              <a:t>는 최초 컴퓨터 프로그래머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4EA0CF-0CA9-460A-A97A-9D629ABA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26243A-2851-4345-8DA2-EA1BE5BE0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432" y="3394546"/>
            <a:ext cx="2111988" cy="332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28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12E9A-14FD-417E-88D7-EDE4F064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홀러리스의</a:t>
            </a:r>
            <a:r>
              <a:rPr lang="ko-KR" altLang="en-US" dirty="0"/>
              <a:t> 천공카드기계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A234F-BF48-41AA-A8EE-B7CA67F9B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1887</a:t>
            </a:r>
            <a:r>
              <a:rPr lang="ko-KR" altLang="en-US" dirty="0"/>
              <a:t>년 미국의 </a:t>
            </a:r>
            <a:r>
              <a:rPr lang="ko-KR" altLang="en-US" dirty="0" err="1"/>
              <a:t>홀러리스가</a:t>
            </a:r>
            <a:r>
              <a:rPr lang="ko-KR" altLang="en-US" dirty="0"/>
              <a:t> 발명</a:t>
            </a:r>
          </a:p>
          <a:p>
            <a:pPr lvl="1"/>
            <a:r>
              <a:rPr lang="ko-KR" altLang="en-US" dirty="0"/>
              <a:t>전기와 기계가 사용된 최초의 계산기 천공카드기계</a:t>
            </a:r>
            <a:r>
              <a:rPr lang="en-US" altLang="ko-KR" dirty="0"/>
              <a:t>(PCS: Punch Card System)</a:t>
            </a:r>
            <a:r>
              <a:rPr lang="ko-KR" altLang="en-US" dirty="0"/>
              <a:t>를 발명</a:t>
            </a:r>
            <a:endParaRPr lang="en-US" altLang="ko-KR" dirty="0"/>
          </a:p>
          <a:p>
            <a:pPr lvl="2"/>
            <a:r>
              <a:rPr lang="en-US" altLang="ko-KR" dirty="0"/>
              <a:t>1890</a:t>
            </a:r>
            <a:r>
              <a:rPr lang="ko-KR" altLang="en-US" dirty="0"/>
              <a:t>년 미국의 인구 조사</a:t>
            </a:r>
          </a:p>
          <a:p>
            <a:pPr lvl="2"/>
            <a:r>
              <a:rPr lang="ko-KR" altLang="en-US" dirty="0"/>
              <a:t>자료를 카드의 천공 상태로 표현하여 구멍의 유무를 전기적인 신호로 검출하여 사용</a:t>
            </a:r>
          </a:p>
          <a:p>
            <a:pPr lvl="2"/>
            <a:r>
              <a:rPr lang="ko-KR" altLang="en-US" dirty="0"/>
              <a:t>일괄처리</a:t>
            </a:r>
            <a:r>
              <a:rPr lang="en-US" altLang="ko-KR" dirty="0"/>
              <a:t>(Batch Processing)</a:t>
            </a:r>
            <a:r>
              <a:rPr lang="ko-KR" altLang="en-US" dirty="0"/>
              <a:t>의 효시</a:t>
            </a:r>
            <a:endParaRPr lang="en-US" altLang="ko-KR" dirty="0"/>
          </a:p>
          <a:p>
            <a:pPr lvl="1"/>
            <a:r>
              <a:rPr lang="en-US" altLang="ko-KR" dirty="0"/>
              <a:t>1911</a:t>
            </a:r>
            <a:r>
              <a:rPr lang="ko-KR" altLang="en-US" dirty="0"/>
              <a:t>년 </a:t>
            </a:r>
            <a:r>
              <a:rPr lang="ko-KR" altLang="en-US" dirty="0" err="1"/>
              <a:t>홀러리스</a:t>
            </a:r>
            <a:r>
              <a:rPr lang="en-US" altLang="ko-KR" dirty="0"/>
              <a:t>, </a:t>
            </a:r>
            <a:r>
              <a:rPr lang="ko-KR" altLang="en-US" dirty="0"/>
              <a:t>회사를 설립</a:t>
            </a:r>
          </a:p>
          <a:p>
            <a:pPr lvl="2"/>
            <a:r>
              <a:rPr lang="ko-KR" altLang="en-US" dirty="0"/>
              <a:t>현재의 </a:t>
            </a:r>
            <a:r>
              <a:rPr lang="en-US" altLang="ko-KR" dirty="0"/>
              <a:t>IBM(International Business Machines)</a:t>
            </a:r>
            <a:r>
              <a:rPr lang="ko-KR" altLang="en-US" dirty="0"/>
              <a:t>으로 발전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847FFF-9C6A-4D5F-AD74-D17B09192A6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그 당시 사용하던 기차 표에 착안하여 최초의 계산기인 천공카드기계를 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05FB42-36BB-45A7-B4B3-DB79E183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F07F57A-D0E9-4070-9DE2-AF3B29A94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708" y="4054287"/>
            <a:ext cx="6769617" cy="26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17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00429-8551-4F30-B071-53AEF4B7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튜링머신과</a:t>
            </a:r>
            <a:r>
              <a:rPr lang="ko-KR" altLang="en-US" dirty="0"/>
              <a:t> 프로그램 내장방식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082F48-0185-4751-9090-971DC2B55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1936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영국의 수학자 튜링</a:t>
            </a:r>
            <a:r>
              <a:rPr lang="en-US" altLang="ko-KR" dirty="0"/>
              <a:t>, </a:t>
            </a:r>
            <a:r>
              <a:rPr lang="ko-KR" altLang="en-US" dirty="0"/>
              <a:t>튜링 기계 이론 발표</a:t>
            </a:r>
            <a:endParaRPr lang="en-US" altLang="ko-KR" dirty="0"/>
          </a:p>
          <a:p>
            <a:pPr lvl="1"/>
            <a:r>
              <a:rPr lang="ko-KR" altLang="en-US" dirty="0" err="1"/>
              <a:t>튜링머신</a:t>
            </a:r>
            <a:r>
              <a:rPr lang="ko-KR" altLang="en-US" dirty="0"/>
              <a:t> 이론을 발표 </a:t>
            </a:r>
            <a:endParaRPr lang="en-US" altLang="ko-KR" dirty="0"/>
          </a:p>
          <a:p>
            <a:pPr lvl="2"/>
            <a:r>
              <a:rPr lang="ko-KR" altLang="en-US" dirty="0"/>
              <a:t>컴퓨터의 실행과 저장에 관한 추상적인 모델</a:t>
            </a:r>
          </a:p>
          <a:p>
            <a:pPr lvl="3"/>
            <a:r>
              <a:rPr lang="ko-KR" altLang="en-US" dirty="0"/>
              <a:t>런던 수학 회보</a:t>
            </a:r>
            <a:r>
              <a:rPr lang="en-US" altLang="ko-KR" dirty="0"/>
              <a:t>, </a:t>
            </a:r>
            <a:r>
              <a:rPr lang="ko-KR" altLang="en-US" dirty="0"/>
              <a:t>‘계산 가능한 수에 관한 연구</a:t>
            </a:r>
            <a:r>
              <a:rPr lang="en-US" altLang="ko-KR" dirty="0"/>
              <a:t>: </a:t>
            </a:r>
            <a:r>
              <a:rPr lang="ko-KR" altLang="en-US" dirty="0"/>
              <a:t>결정 문제의 적용과 </a:t>
            </a:r>
            <a:r>
              <a:rPr lang="ko-KR" altLang="en-US" dirty="0" err="1"/>
              <a:t>관련하여’라는</a:t>
            </a:r>
            <a:r>
              <a:rPr lang="ko-KR" altLang="en-US" dirty="0"/>
              <a:t> 연구 논문</a:t>
            </a:r>
            <a:endParaRPr lang="en-US" altLang="ko-KR" dirty="0"/>
          </a:p>
          <a:p>
            <a:r>
              <a:rPr lang="en-US" altLang="ko-KR" dirty="0"/>
              <a:t>1942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 err="1"/>
              <a:t>폰노이만</a:t>
            </a:r>
            <a:r>
              <a:rPr lang="en-US" altLang="ko-KR" dirty="0"/>
              <a:t>, </a:t>
            </a:r>
            <a:r>
              <a:rPr lang="ko-KR" altLang="en-US" dirty="0"/>
              <a:t>헝가리인 </a:t>
            </a:r>
          </a:p>
          <a:p>
            <a:pPr lvl="1"/>
            <a:r>
              <a:rPr lang="ko-KR" altLang="en-US" dirty="0"/>
              <a:t>“프로그램 내장 방식” 컴퓨터의 개념을 제시</a:t>
            </a:r>
            <a:endParaRPr lang="en-US" altLang="ko-KR" dirty="0"/>
          </a:p>
          <a:p>
            <a:r>
              <a:rPr lang="ko-KR" altLang="en-US" dirty="0" err="1"/>
              <a:t>에드삭</a:t>
            </a:r>
            <a:endParaRPr lang="en-US" altLang="ko-KR" dirty="0"/>
          </a:p>
          <a:p>
            <a:pPr lvl="1"/>
            <a:r>
              <a:rPr lang="en-US" altLang="ko-KR" dirty="0"/>
              <a:t>EDSAC</a:t>
            </a:r>
          </a:p>
          <a:p>
            <a:pPr lvl="2"/>
            <a:r>
              <a:rPr lang="en-US" altLang="ko-KR" dirty="0"/>
              <a:t>Electronic Delay Storage Automatic Calculator</a:t>
            </a:r>
          </a:p>
          <a:p>
            <a:pPr lvl="1"/>
            <a:r>
              <a:rPr lang="ko-KR" altLang="en-US" dirty="0"/>
              <a:t>‘프로그램 내장 </a:t>
            </a:r>
            <a:r>
              <a:rPr lang="ko-KR" altLang="en-US" dirty="0" err="1"/>
              <a:t>방식’을</a:t>
            </a:r>
            <a:r>
              <a:rPr lang="ko-KR" altLang="en-US" dirty="0"/>
              <a:t> 최초로 적용한 컴퓨터</a:t>
            </a:r>
            <a:endParaRPr lang="en-US" altLang="ko-KR" dirty="0"/>
          </a:p>
          <a:p>
            <a:pPr lvl="2"/>
            <a:r>
              <a:rPr lang="en-US" altLang="ko-KR" dirty="0"/>
              <a:t>1949</a:t>
            </a:r>
            <a:r>
              <a:rPr lang="ko-KR" altLang="en-US" dirty="0"/>
              <a:t>년에는 영국의 </a:t>
            </a:r>
            <a:r>
              <a:rPr lang="ko-KR" altLang="en-US" dirty="0" err="1"/>
              <a:t>캠브리지</a:t>
            </a:r>
            <a:r>
              <a:rPr lang="ko-KR" altLang="en-US" dirty="0"/>
              <a:t> 대학에서 개발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5C3AEC-3911-418B-96DB-D8377793749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1930~40</a:t>
            </a:r>
            <a:r>
              <a:rPr lang="ko-KR" altLang="en-US" dirty="0"/>
              <a:t>년대에 현재 컴퓨터의 이론적 바탕이 되는 계산이론이 발전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8E8E3D-DB1A-49C3-936A-775964FE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D921E0-B206-43EB-8DBF-B31B49ABD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644" y="3173328"/>
            <a:ext cx="4692537" cy="313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08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F584A-D71A-4B1F-B184-9F53B3AD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ABC</a:t>
            </a:r>
            <a:r>
              <a:rPr lang="ko-KR" altLang="en-US" dirty="0"/>
              <a:t>와 마크</a:t>
            </a:r>
            <a:r>
              <a:rPr lang="en-US" altLang="ko-KR" dirty="0"/>
              <a:t>-Ⅰ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4DA53-0B1D-40ED-8D46-8C64CFEA4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ABC(Atanasoff-Berry Computer) </a:t>
            </a:r>
            <a:r>
              <a:rPr lang="ko-KR" altLang="en-US" dirty="0"/>
              <a:t>컴퓨터 개발</a:t>
            </a:r>
            <a:endParaRPr lang="en-US" altLang="ko-KR" dirty="0"/>
          </a:p>
          <a:p>
            <a:pPr lvl="1"/>
            <a:r>
              <a:rPr lang="en-US" altLang="ko-KR" dirty="0"/>
              <a:t>1942</a:t>
            </a:r>
            <a:r>
              <a:rPr lang="ko-KR" altLang="en-US" dirty="0"/>
              <a:t>년 </a:t>
            </a:r>
            <a:r>
              <a:rPr lang="ko-KR" altLang="en-US" dirty="0" err="1"/>
              <a:t>아타나소프</a:t>
            </a:r>
            <a:r>
              <a:rPr lang="ko-KR" altLang="en-US" dirty="0"/>
              <a:t> 박사와 조교인 </a:t>
            </a:r>
            <a:r>
              <a:rPr lang="ko-KR" altLang="en-US" dirty="0" err="1"/>
              <a:t>클리포드</a:t>
            </a:r>
            <a:r>
              <a:rPr lang="ko-KR" altLang="en-US" dirty="0"/>
              <a:t> 베리가 개발</a:t>
            </a:r>
          </a:p>
          <a:p>
            <a:pPr lvl="1"/>
            <a:r>
              <a:rPr lang="ko-KR" altLang="en-US" dirty="0"/>
              <a:t>최초의 자동 전자식 디지털 컴퓨터</a:t>
            </a:r>
          </a:p>
          <a:p>
            <a:r>
              <a:rPr lang="ko-KR" altLang="en-US" dirty="0" err="1"/>
              <a:t>하바드</a:t>
            </a:r>
            <a:r>
              <a:rPr lang="ko-KR" altLang="en-US" dirty="0"/>
              <a:t> 마크 </a:t>
            </a:r>
            <a:r>
              <a:rPr lang="en-US" altLang="ko-KR" dirty="0"/>
              <a:t>I (Harvard MARK-Ⅰ)</a:t>
            </a:r>
            <a:r>
              <a:rPr lang="ko-KR" altLang="en-US" dirty="0"/>
              <a:t>을 개발 </a:t>
            </a:r>
            <a:endParaRPr lang="en-US" altLang="ko-KR" dirty="0"/>
          </a:p>
          <a:p>
            <a:pPr lvl="1"/>
            <a:r>
              <a:rPr lang="en-US" altLang="ko-KR" dirty="0"/>
              <a:t>1944</a:t>
            </a:r>
            <a:r>
              <a:rPr lang="ko-KR" altLang="en-US" dirty="0"/>
              <a:t>년  미국 하버드 대학의 </a:t>
            </a:r>
            <a:r>
              <a:rPr lang="ko-KR" altLang="en-US" dirty="0" err="1"/>
              <a:t>에이킨과</a:t>
            </a:r>
            <a:r>
              <a:rPr lang="ko-KR" altLang="en-US" dirty="0"/>
              <a:t> </a:t>
            </a:r>
            <a:r>
              <a:rPr lang="en-US" altLang="ko-KR" dirty="0"/>
              <a:t>IBM </a:t>
            </a:r>
            <a:r>
              <a:rPr lang="ko-KR" altLang="en-US" dirty="0"/>
              <a:t>사의 협력하여 개발</a:t>
            </a:r>
          </a:p>
          <a:p>
            <a:pPr lvl="1"/>
            <a:r>
              <a:rPr lang="ko-KR" altLang="en-US" dirty="0"/>
              <a:t>최초의 전기 기계식 자동 계산기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80E10D-2536-4A6E-B702-9796BCB887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1940</a:t>
            </a:r>
            <a:r>
              <a:rPr lang="ko-KR" altLang="en-US" dirty="0"/>
              <a:t>년대 개발된 최초의 자동 전자식 컴퓨터와 전기 기계식 자동 계산기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6ECDA5-1AD7-45BE-8A87-E9A4B82D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BA4289-FBA1-4706-9412-7944A1CF3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27" y="3952163"/>
            <a:ext cx="10231073" cy="256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30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2F233-15D1-474C-88E9-C421F45B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앨런 튜링과 봄베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59230-A3B0-4EBE-AF1B-5568336ED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튜링 기계</a:t>
            </a:r>
            <a:endParaRPr lang="en-US" altLang="ko-KR" dirty="0"/>
          </a:p>
          <a:p>
            <a:pPr lvl="1"/>
            <a:r>
              <a:rPr lang="ko-KR" altLang="en-US" dirty="0"/>
              <a:t>현대 컴퓨터의 모델을 제시</a:t>
            </a:r>
            <a:endParaRPr lang="en-US" altLang="ko-KR" dirty="0"/>
          </a:p>
          <a:p>
            <a:r>
              <a:rPr lang="ko-KR" altLang="en-US" dirty="0"/>
              <a:t>‘컴퓨터 과학의 아버지’</a:t>
            </a:r>
            <a:endParaRPr lang="en-US" altLang="ko-KR" dirty="0"/>
          </a:p>
          <a:p>
            <a:pPr lvl="1"/>
            <a:r>
              <a:rPr lang="ko-KR" altLang="en-US" dirty="0"/>
              <a:t>컴퓨터 과학의 계산이론 분야와 알고리즘 분야</a:t>
            </a:r>
            <a:r>
              <a:rPr lang="en-US" altLang="ko-KR" dirty="0"/>
              <a:t>, </a:t>
            </a:r>
            <a:r>
              <a:rPr lang="ko-KR" altLang="en-US" dirty="0"/>
              <a:t>인공지능 분야 등에 많은 업적</a:t>
            </a:r>
            <a:endParaRPr lang="en-US" altLang="ko-KR" dirty="0"/>
          </a:p>
          <a:p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월에 국내에서 개봉된 </a:t>
            </a:r>
            <a:r>
              <a:rPr lang="en-US" altLang="ko-KR" dirty="0"/>
              <a:t>&lt;</a:t>
            </a:r>
            <a:r>
              <a:rPr lang="ko-KR" altLang="en-US" dirty="0"/>
              <a:t>이미테이션 게임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튜링의 팀이 개발한 전자 계산기 시스템 봄베</a:t>
            </a:r>
            <a:endParaRPr lang="en-US" altLang="ko-KR" dirty="0"/>
          </a:p>
          <a:p>
            <a:pPr lvl="2"/>
            <a:r>
              <a:rPr lang="ko-KR" altLang="en-US" dirty="0"/>
              <a:t>독일의 </a:t>
            </a:r>
            <a:r>
              <a:rPr lang="ko-KR" altLang="en-US" dirty="0" err="1"/>
              <a:t>에니그마</a:t>
            </a:r>
            <a:r>
              <a:rPr lang="ko-KR" altLang="en-US" dirty="0"/>
              <a:t> 암호를 풀어 연합군이 </a:t>
            </a:r>
            <a:r>
              <a:rPr lang="en-US" altLang="ko-KR" dirty="0"/>
              <a:t>2</a:t>
            </a:r>
            <a:r>
              <a:rPr lang="ko-KR" altLang="en-US" dirty="0"/>
              <a:t>차 세계대전에서 승리하는 결정적 공헌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FBD0A0-C5AB-4A61-9E1D-1CB5110604D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영국의 수학자이자 컴퓨터 과학자로 튜링 기계를 고안하였고</a:t>
            </a:r>
            <a:r>
              <a:rPr lang="en-US" altLang="ko-KR" dirty="0"/>
              <a:t>, </a:t>
            </a:r>
            <a:r>
              <a:rPr lang="ko-KR" altLang="en-US" dirty="0"/>
              <a:t>이를 통해 현대 컴퓨터의 모델을 제시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437CE-6F7C-420C-A95C-5D9F29D3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E63377-6BDE-46AE-96FE-A93023480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3" y="4297905"/>
            <a:ext cx="6454872" cy="21252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E6C8F0A-FC5B-4EBE-8EAB-48193FE08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820" y="4375361"/>
            <a:ext cx="5670171" cy="212526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AE790CB-DB44-4514-878F-BF938DC65BB0}"/>
              </a:ext>
            </a:extLst>
          </p:cNvPr>
          <p:cNvSpPr/>
          <p:nvPr/>
        </p:nvSpPr>
        <p:spPr>
          <a:xfrm>
            <a:off x="6497820" y="1897447"/>
            <a:ext cx="4320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hlinkClick r:id="rId4"/>
              </a:rPr>
              <a:t>https://www.youtube.com/watch?v=hAfQa2oddA0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(25</a:t>
            </a:r>
            <a:r>
              <a:rPr lang="ko-KR" altLang="en-US" sz="1400" dirty="0"/>
              <a:t>분</a:t>
            </a:r>
            <a:r>
              <a:rPr lang="en-US" altLang="ko-KR" sz="1400" dirty="0"/>
              <a:t>) </a:t>
            </a:r>
            <a:r>
              <a:rPr lang="ko-KR" altLang="en-US" sz="1400" dirty="0" err="1"/>
              <a:t>이미테션게임</a:t>
            </a:r>
            <a:r>
              <a:rPr lang="ko-KR" altLang="en-US" sz="1400" dirty="0"/>
              <a:t> 영화리뷰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075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129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2414593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F32CF-B770-4E58-8D81-159192D3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진공관을 이용한 제</a:t>
            </a:r>
            <a:r>
              <a:rPr lang="en-US" altLang="ko-KR" dirty="0"/>
              <a:t>1</a:t>
            </a:r>
            <a:r>
              <a:rPr lang="ko-KR" altLang="en-US" dirty="0"/>
              <a:t>세대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07EA4-4311-45AD-9537-378E705D1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진공관을 이용한 제 </a:t>
            </a:r>
            <a:r>
              <a:rPr lang="en-US" altLang="ko-KR" dirty="0"/>
              <a:t>1</a:t>
            </a:r>
            <a:r>
              <a:rPr lang="ko-KR" altLang="en-US" dirty="0"/>
              <a:t>세대 컴퓨터</a:t>
            </a:r>
            <a:r>
              <a:rPr lang="en-US" altLang="ko-KR" dirty="0"/>
              <a:t>: 1946</a:t>
            </a:r>
            <a:r>
              <a:rPr lang="ko-KR" altLang="en-US" dirty="0"/>
              <a:t>년부터 </a:t>
            </a:r>
            <a:r>
              <a:rPr lang="en-US" altLang="ko-KR" dirty="0"/>
              <a:t>1956</a:t>
            </a:r>
            <a:r>
              <a:rPr lang="ko-KR" altLang="en-US" dirty="0"/>
              <a:t>년까지의 시기</a:t>
            </a:r>
            <a:endParaRPr lang="en-US" altLang="ko-KR" dirty="0"/>
          </a:p>
          <a:p>
            <a:pPr lvl="1"/>
            <a:r>
              <a:rPr lang="ko-KR" altLang="en-US" dirty="0"/>
              <a:t>진공관을 사용하였으며 저장 장치로는 자기 드럼</a:t>
            </a:r>
            <a:endParaRPr lang="en-US" altLang="ko-KR" dirty="0"/>
          </a:p>
          <a:p>
            <a:pPr lvl="1"/>
            <a:r>
              <a:rPr lang="ko-KR" altLang="en-US" dirty="0"/>
              <a:t>입출력 장치로는 천공카드를 이용</a:t>
            </a:r>
            <a:endParaRPr lang="en-US" altLang="ko-KR" dirty="0"/>
          </a:p>
          <a:p>
            <a:pPr lvl="1"/>
            <a:r>
              <a:rPr lang="ko-KR" altLang="en-US" dirty="0"/>
              <a:t>기계어</a:t>
            </a:r>
            <a:r>
              <a:rPr lang="en-US" altLang="ko-KR" dirty="0"/>
              <a:t>(Machine Language)</a:t>
            </a:r>
            <a:r>
              <a:rPr lang="ko-KR" altLang="en-US" dirty="0"/>
              <a:t>를 이용하여 프로그램을 만들어 컴퓨터를 작동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CB6CD8-702D-42B6-8091-BC29CD51A8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1946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세계 최초의 전자식 진공관 컴퓨터인 </a:t>
            </a:r>
            <a:r>
              <a:rPr lang="ko-KR" altLang="en-US" dirty="0" err="1"/>
              <a:t>에니악</a:t>
            </a:r>
            <a:r>
              <a:rPr lang="ko-KR" altLang="en-US" dirty="0"/>
              <a:t> 개발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CA8036-BE9A-46D0-8D75-2FDE608C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0492B1-60AD-4E97-ADD4-F4123D3AD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3" y="3435885"/>
            <a:ext cx="7742153" cy="27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86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99DDF-B8C9-4F54-908F-6D78AC87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세대 컴퓨터</a:t>
            </a:r>
            <a:r>
              <a:rPr lang="en-US" altLang="ko-KR" dirty="0"/>
              <a:t>: </a:t>
            </a:r>
            <a:r>
              <a:rPr lang="ko-KR" altLang="en-US" dirty="0" err="1"/>
              <a:t>에니악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59EC7-EA3E-4452-B840-2F680E1AA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최초의 전자식 진공관 컴퓨터 </a:t>
            </a:r>
            <a:r>
              <a:rPr lang="ko-KR" altLang="en-US" dirty="0" err="1"/>
              <a:t>에니악</a:t>
            </a:r>
            <a:endParaRPr lang="ko-KR" altLang="en-US" dirty="0"/>
          </a:p>
          <a:p>
            <a:pPr lvl="1"/>
            <a:r>
              <a:rPr lang="en-US" altLang="ko-KR" dirty="0"/>
              <a:t>1946</a:t>
            </a:r>
            <a:r>
              <a:rPr lang="ko-KR" altLang="en-US" dirty="0"/>
              <a:t>년 미국의 </a:t>
            </a:r>
            <a:r>
              <a:rPr lang="ko-KR" altLang="en-US" dirty="0" err="1"/>
              <a:t>모클리</a:t>
            </a:r>
            <a:r>
              <a:rPr lang="ko-KR" altLang="en-US" dirty="0"/>
              <a:t> 박사와 </a:t>
            </a:r>
            <a:r>
              <a:rPr lang="ko-KR" altLang="en-US" dirty="0" err="1"/>
              <a:t>에커드</a:t>
            </a:r>
            <a:endParaRPr lang="ko-KR" altLang="en-US" dirty="0"/>
          </a:p>
          <a:p>
            <a:pPr lvl="1"/>
            <a:r>
              <a:rPr lang="en-US" altLang="ko-KR" dirty="0"/>
              <a:t>7</a:t>
            </a:r>
            <a:r>
              <a:rPr lang="ko-KR" altLang="en-US" dirty="0"/>
              <a:t>천 개의 진공관</a:t>
            </a:r>
            <a:r>
              <a:rPr lang="en-US" altLang="ko-KR" dirty="0"/>
              <a:t>, 6000</a:t>
            </a:r>
            <a:r>
              <a:rPr lang="ko-KR" altLang="en-US" dirty="0"/>
              <a:t>개의 스위치로 구성</a:t>
            </a:r>
          </a:p>
          <a:p>
            <a:pPr lvl="1"/>
            <a:r>
              <a:rPr lang="ko-KR" altLang="en-US" dirty="0"/>
              <a:t>소요 전력 </a:t>
            </a:r>
            <a:r>
              <a:rPr lang="en-US" altLang="ko-KR" dirty="0"/>
              <a:t>140Kw, </a:t>
            </a:r>
            <a:r>
              <a:rPr lang="ko-KR" altLang="en-US" dirty="0"/>
              <a:t>총 중량 </a:t>
            </a:r>
            <a:r>
              <a:rPr lang="en-US" altLang="ko-KR" dirty="0"/>
              <a:t>20</a:t>
            </a:r>
            <a:r>
              <a:rPr lang="ko-KR" altLang="en-US" dirty="0"/>
              <a:t>톤이나 되는 거대한 기계</a:t>
            </a:r>
            <a:endParaRPr lang="en-US" altLang="ko-KR" dirty="0"/>
          </a:p>
          <a:p>
            <a:pPr lvl="1"/>
            <a:r>
              <a:rPr lang="ko-KR" altLang="en-US" dirty="0" err="1"/>
              <a:t>에니악은</a:t>
            </a:r>
            <a:r>
              <a:rPr lang="ko-KR" altLang="en-US" dirty="0"/>
              <a:t> 대포의 탄도 계산을 위해 개발</a:t>
            </a:r>
            <a:endParaRPr lang="en-US" altLang="ko-KR" dirty="0"/>
          </a:p>
          <a:p>
            <a:pPr lvl="2"/>
            <a:r>
              <a:rPr lang="ko-KR" altLang="en-US" dirty="0"/>
              <a:t>사람이 하면 </a:t>
            </a:r>
            <a:r>
              <a:rPr lang="en-US" altLang="ko-KR" dirty="0"/>
              <a:t>20</a:t>
            </a:r>
            <a:r>
              <a:rPr lang="ko-KR" altLang="en-US" dirty="0"/>
              <a:t>시간이나 걸릴 계산을 단 </a:t>
            </a:r>
            <a:r>
              <a:rPr lang="en-US" altLang="ko-KR" dirty="0"/>
              <a:t>30</a:t>
            </a:r>
            <a:r>
              <a:rPr lang="ko-KR" altLang="en-US" dirty="0"/>
              <a:t>초 만에 수행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321A35-1B50-423B-9761-2A2B2912C27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1946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세계 최초의 전자식 진공관 컴퓨터인 </a:t>
            </a:r>
            <a:r>
              <a:rPr lang="ko-KR" altLang="en-US" dirty="0" err="1"/>
              <a:t>에니악</a:t>
            </a:r>
            <a:r>
              <a:rPr lang="ko-KR" altLang="en-US" dirty="0"/>
              <a:t> 개발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5E41EF-BF61-42BD-81FE-D4A57038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FD74E2-F51B-475F-A7AC-B851CD1E4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76" y="3834385"/>
            <a:ext cx="5807291" cy="276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20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3FED6-4F28-4528-89CF-D257B31A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세대 컴퓨터</a:t>
            </a:r>
            <a:r>
              <a:rPr lang="en-US" altLang="ko-KR" dirty="0"/>
              <a:t>: </a:t>
            </a:r>
            <a:r>
              <a:rPr lang="ko-KR" altLang="en-US" dirty="0" err="1"/>
              <a:t>에드삭과</a:t>
            </a:r>
            <a:r>
              <a:rPr lang="ko-KR" altLang="en-US" dirty="0"/>
              <a:t> </a:t>
            </a:r>
            <a:r>
              <a:rPr lang="ko-KR" altLang="en-US" dirty="0" err="1"/>
              <a:t>에드박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0AD5F-01FD-4F82-A71B-89C259428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세계 최초의 프로그램 내장 방식의 컴퓨터인 </a:t>
            </a:r>
            <a:r>
              <a:rPr lang="ko-KR" altLang="en-US" dirty="0" err="1"/>
              <a:t>에드삭</a:t>
            </a:r>
            <a:r>
              <a:rPr lang="en-US" altLang="ko-KR" dirty="0"/>
              <a:t>(EDSAC)</a:t>
            </a:r>
            <a:r>
              <a:rPr lang="ko-KR" altLang="en-US" dirty="0"/>
              <a:t>을 개발</a:t>
            </a:r>
            <a:endParaRPr lang="en-US" altLang="ko-KR" dirty="0"/>
          </a:p>
          <a:p>
            <a:pPr lvl="1"/>
            <a:r>
              <a:rPr lang="en-US" altLang="ko-KR" dirty="0"/>
              <a:t>1949</a:t>
            </a:r>
            <a:r>
              <a:rPr lang="ko-KR" altLang="en-US" dirty="0"/>
              <a:t>년 영국 케임브리지 대학의 </a:t>
            </a:r>
            <a:r>
              <a:rPr lang="ko-KR" altLang="en-US" dirty="0" err="1"/>
              <a:t>윌크스</a:t>
            </a:r>
            <a:endParaRPr lang="ko-KR" altLang="en-US" dirty="0"/>
          </a:p>
          <a:p>
            <a:r>
              <a:rPr lang="ko-KR" altLang="en-US" dirty="0"/>
              <a:t>프로그램 내장 방식의 </a:t>
            </a:r>
            <a:r>
              <a:rPr lang="ko-KR" altLang="en-US" dirty="0" err="1"/>
              <a:t>에드박</a:t>
            </a:r>
            <a:endParaRPr lang="ko-KR" altLang="en-US" dirty="0"/>
          </a:p>
          <a:p>
            <a:pPr lvl="1"/>
            <a:r>
              <a:rPr lang="en-US" altLang="ko-KR" dirty="0"/>
              <a:t>1950</a:t>
            </a:r>
            <a:r>
              <a:rPr lang="ko-KR" altLang="en-US" dirty="0"/>
              <a:t>년 미국의 펜실베니아 대학과 프린스턴 대학 연구소에서 </a:t>
            </a:r>
            <a:r>
              <a:rPr lang="ko-KR" altLang="en-US" dirty="0" err="1"/>
              <a:t>모클리와</a:t>
            </a:r>
            <a:r>
              <a:rPr lang="ko-KR" altLang="en-US" dirty="0"/>
              <a:t> </a:t>
            </a:r>
            <a:r>
              <a:rPr lang="ko-KR" altLang="en-US" dirty="0" err="1"/>
              <a:t>에커트</a:t>
            </a:r>
            <a:endParaRPr lang="ko-KR" altLang="en-US" dirty="0"/>
          </a:p>
          <a:p>
            <a:pPr lvl="1"/>
            <a:r>
              <a:rPr lang="ko-KR" altLang="en-US" dirty="0" err="1"/>
              <a:t>에니악을</a:t>
            </a:r>
            <a:r>
              <a:rPr lang="ko-KR" altLang="en-US" dirty="0"/>
              <a:t> 개량하여 </a:t>
            </a:r>
            <a:r>
              <a:rPr lang="ko-KR" altLang="en-US" dirty="0" err="1"/>
              <a:t>에드박</a:t>
            </a:r>
            <a:r>
              <a:rPr lang="en-US" altLang="ko-KR" dirty="0"/>
              <a:t>(EDVAC)</a:t>
            </a:r>
            <a:r>
              <a:rPr lang="ko-KR" altLang="en-US" dirty="0"/>
              <a:t>을 개발</a:t>
            </a:r>
          </a:p>
          <a:p>
            <a:r>
              <a:rPr lang="ko-KR" altLang="en-US" dirty="0" err="1"/>
              <a:t>에드삭과</a:t>
            </a:r>
            <a:r>
              <a:rPr lang="ko-KR" altLang="en-US" dirty="0"/>
              <a:t> </a:t>
            </a:r>
            <a:r>
              <a:rPr lang="ko-KR" altLang="en-US" dirty="0" err="1"/>
              <a:t>에드박</a:t>
            </a:r>
            <a:endParaRPr lang="en-US" altLang="ko-KR" dirty="0"/>
          </a:p>
          <a:p>
            <a:pPr lvl="1"/>
            <a:r>
              <a:rPr lang="ko-KR" altLang="en-US" dirty="0"/>
              <a:t>폰 노이만이 고안한 프로그램 내장 방식을 적용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현재의 컴퓨터와 같이 이진법을 채택함</a:t>
            </a:r>
            <a:endParaRPr lang="en-US" altLang="ko-KR" dirty="0"/>
          </a:p>
          <a:p>
            <a:r>
              <a:rPr lang="ko-KR" altLang="en-US" dirty="0"/>
              <a:t>세계 최초의 </a:t>
            </a:r>
            <a:r>
              <a:rPr lang="ko-KR" altLang="en-US" dirty="0" err="1"/>
              <a:t>상업용</a:t>
            </a:r>
            <a:r>
              <a:rPr lang="ko-KR" altLang="en-US" dirty="0"/>
              <a:t> 컴퓨터인 </a:t>
            </a:r>
            <a:r>
              <a:rPr lang="ko-KR" altLang="en-US" dirty="0" err="1"/>
              <a:t>유니박</a:t>
            </a:r>
            <a:r>
              <a:rPr lang="en-US" altLang="ko-KR" dirty="0"/>
              <a:t>-I(UNIVAC-I)</a:t>
            </a:r>
            <a:r>
              <a:rPr lang="ko-KR" altLang="en-US" dirty="0"/>
              <a:t>을 개발</a:t>
            </a:r>
            <a:endParaRPr lang="en-US" altLang="ko-KR" dirty="0"/>
          </a:p>
          <a:p>
            <a:pPr lvl="1"/>
            <a:r>
              <a:rPr lang="en-US" altLang="ko-KR" dirty="0"/>
              <a:t>1951</a:t>
            </a:r>
            <a:r>
              <a:rPr lang="ko-KR" altLang="en-US" dirty="0"/>
              <a:t>년 미국의 </a:t>
            </a:r>
            <a:r>
              <a:rPr lang="ko-KR" altLang="en-US" dirty="0" err="1"/>
              <a:t>에커드</a:t>
            </a:r>
            <a:r>
              <a:rPr lang="ko-KR" altLang="en-US" dirty="0"/>
              <a:t> </a:t>
            </a:r>
            <a:r>
              <a:rPr lang="ko-KR" altLang="en-US" dirty="0" err="1"/>
              <a:t>모클리</a:t>
            </a:r>
            <a:r>
              <a:rPr lang="ko-KR" altLang="en-US" dirty="0"/>
              <a:t> 사</a:t>
            </a:r>
            <a:r>
              <a:rPr lang="en-US" altLang="ko-KR" dirty="0"/>
              <a:t>(</a:t>
            </a:r>
            <a:r>
              <a:rPr lang="ko-KR" altLang="en-US" dirty="0"/>
              <a:t>현재의 </a:t>
            </a:r>
            <a:r>
              <a:rPr lang="ko-KR" altLang="en-US" dirty="0" err="1"/>
              <a:t>유니시스</a:t>
            </a:r>
            <a:r>
              <a:rPr lang="ko-KR" altLang="en-US" dirty="0"/>
              <a:t> 사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ko-KR" altLang="en-US" dirty="0" err="1"/>
              <a:t>에드박을</a:t>
            </a:r>
            <a:r>
              <a:rPr lang="ko-KR" altLang="en-US" dirty="0"/>
              <a:t> 발전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686D78-FC24-407B-81A4-907A95F306F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에니악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에드삭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에드박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유니박으로</a:t>
            </a:r>
            <a:r>
              <a:rPr lang="ko-KR" altLang="en-US" dirty="0"/>
              <a:t> 발전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1A52F9-E68E-416F-A11C-F58448A1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8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B636A-38C3-4E0C-BD0B-F8786326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 노이만과 프로그램 내장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977CE-19C5-4FDB-9725-95DA2A27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/>
          </a:bodyPr>
          <a:lstStyle/>
          <a:p>
            <a:r>
              <a:rPr lang="ko-KR" altLang="en-US" dirty="0" err="1"/>
              <a:t>에니악의</a:t>
            </a:r>
            <a:r>
              <a:rPr lang="ko-KR" altLang="en-US" dirty="0"/>
              <a:t> 문제</a:t>
            </a:r>
            <a:endParaRPr lang="en-US" altLang="ko-KR" dirty="0"/>
          </a:p>
          <a:p>
            <a:pPr lvl="1"/>
            <a:r>
              <a:rPr lang="ko-KR" altLang="en-US" dirty="0"/>
              <a:t>새로운 일을 할 때마다 사람이 수천 개의 스위치를 다시 설정</a:t>
            </a:r>
            <a:endParaRPr lang="en-US" altLang="ko-KR" dirty="0"/>
          </a:p>
          <a:p>
            <a:r>
              <a:rPr lang="ko-KR" altLang="en-US" dirty="0"/>
              <a:t>프로그램 내장 방식으로 해결</a:t>
            </a:r>
            <a:endParaRPr lang="en-US" altLang="ko-KR" dirty="0"/>
          </a:p>
          <a:p>
            <a:pPr lvl="1"/>
            <a:r>
              <a:rPr lang="ko-KR" altLang="en-US" dirty="0"/>
              <a:t>폰 </a:t>
            </a:r>
            <a:r>
              <a:rPr lang="ko-KR" altLang="en-US" dirty="0" err="1"/>
              <a:t>노이만</a:t>
            </a:r>
            <a:r>
              <a:rPr lang="ko-KR" altLang="en-US" dirty="0"/>
              <a:t> 방식</a:t>
            </a:r>
            <a:endParaRPr lang="en-US" altLang="ko-KR" dirty="0"/>
          </a:p>
          <a:p>
            <a:pPr lvl="1"/>
            <a:r>
              <a:rPr lang="ko-KR" altLang="en-US" dirty="0"/>
              <a:t>현대식 논리구조를 확립 </a:t>
            </a:r>
            <a:endParaRPr lang="en-US" altLang="ko-KR" dirty="0"/>
          </a:p>
          <a:p>
            <a:pPr lvl="2"/>
            <a:r>
              <a:rPr lang="ko-KR" altLang="en-US" dirty="0"/>
              <a:t>프로그램과 자료를 모두 기억장치에 집어넣고</a:t>
            </a:r>
            <a:endParaRPr lang="en-US" altLang="ko-KR" dirty="0"/>
          </a:p>
          <a:p>
            <a:pPr lvl="2"/>
            <a:r>
              <a:rPr lang="ko-KR" altLang="en-US" dirty="0"/>
              <a:t>프로그램과 자료를 차례로 불러 해독한 후 처리</a:t>
            </a:r>
            <a:endParaRPr lang="en-US" altLang="ko-KR" dirty="0"/>
          </a:p>
          <a:p>
            <a:pPr lvl="1"/>
            <a:r>
              <a:rPr lang="ko-KR" altLang="en-US" dirty="0"/>
              <a:t>이를 적용한 최초 컴퓨터</a:t>
            </a:r>
            <a:endParaRPr lang="en-US" altLang="ko-KR" dirty="0"/>
          </a:p>
          <a:p>
            <a:pPr lvl="2"/>
            <a:r>
              <a:rPr lang="ko-KR" altLang="en-US" dirty="0" err="1"/>
              <a:t>에드박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93B5E-8D19-4891-95C6-35B881E856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폰 노이만은 기초수학</a:t>
            </a:r>
            <a:r>
              <a:rPr lang="en-US" altLang="ko-KR" dirty="0"/>
              <a:t>, </a:t>
            </a:r>
            <a:r>
              <a:rPr lang="ko-KR" altLang="en-US" dirty="0"/>
              <a:t>응용수학</a:t>
            </a:r>
            <a:r>
              <a:rPr lang="en-US" altLang="ko-KR" dirty="0"/>
              <a:t>, </a:t>
            </a:r>
            <a:r>
              <a:rPr lang="ko-KR" altLang="en-US" dirty="0"/>
              <a:t>물리학</a:t>
            </a:r>
            <a:r>
              <a:rPr lang="en-US" altLang="ko-KR" dirty="0"/>
              <a:t>, </a:t>
            </a:r>
            <a:r>
              <a:rPr lang="ko-KR" altLang="en-US" dirty="0"/>
              <a:t>컴퓨터</a:t>
            </a:r>
            <a:r>
              <a:rPr lang="en-US" altLang="ko-KR" dirty="0"/>
              <a:t>, </a:t>
            </a:r>
            <a:r>
              <a:rPr lang="ko-KR" altLang="en-US" dirty="0"/>
              <a:t>인공생명 등 현대 과학과 공학 전반에 지대한 영향을 끼친 천재 과학자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70707-72E0-4E03-9FE7-B9B2952B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D681F7-78D6-485D-8D03-48E0D6324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498" y="2570148"/>
            <a:ext cx="7187455" cy="304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49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74503-8D4E-4A9A-893C-653BEAF7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트렌지스터를</a:t>
            </a:r>
            <a:r>
              <a:rPr lang="ko-KR" altLang="en-US" dirty="0"/>
              <a:t> 이용한 제</a:t>
            </a:r>
            <a:r>
              <a:rPr lang="en-US" altLang="ko-KR" dirty="0"/>
              <a:t>2</a:t>
            </a:r>
            <a:r>
              <a:rPr lang="ko-KR" altLang="en-US" dirty="0"/>
              <a:t>세대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2DC95-28FC-45BC-B39A-F7BE1B65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트랜지스터의 이용</a:t>
            </a:r>
            <a:endParaRPr lang="en-US" altLang="ko-KR" dirty="0"/>
          </a:p>
          <a:p>
            <a:pPr lvl="1"/>
            <a:r>
              <a:rPr lang="ko-KR" altLang="en-US" dirty="0"/>
              <a:t>컴퓨터의 크기가 백분의 일로 </a:t>
            </a:r>
            <a:r>
              <a:rPr lang="ko-KR" altLang="en-US" dirty="0" err="1"/>
              <a:t>작아짐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주기억장치는 자기 코어를</a:t>
            </a:r>
            <a:r>
              <a:rPr lang="en-US" altLang="ko-KR" dirty="0"/>
              <a:t>, </a:t>
            </a:r>
            <a:r>
              <a:rPr lang="ko-KR" altLang="en-US" dirty="0"/>
              <a:t>보조기억장치에는 자기 디스크를 이용</a:t>
            </a:r>
          </a:p>
          <a:p>
            <a:r>
              <a:rPr lang="ko-KR" altLang="en-US" dirty="0"/>
              <a:t>운영체제와 고급 프로그래밍 언어의 등장 </a:t>
            </a:r>
          </a:p>
          <a:p>
            <a:pPr lvl="1"/>
            <a:r>
              <a:rPr lang="ko-KR" altLang="en-US" dirty="0"/>
              <a:t>운영체제가 도입</a:t>
            </a:r>
            <a:endParaRPr lang="en-US" altLang="ko-KR" dirty="0"/>
          </a:p>
          <a:p>
            <a:pPr lvl="2"/>
            <a:r>
              <a:rPr lang="ko-KR" altLang="en-US" dirty="0"/>
              <a:t>고급 수준의 프로그래밍 언어</a:t>
            </a:r>
            <a:r>
              <a:rPr lang="en-US" altLang="ko-KR" dirty="0"/>
              <a:t>(High level Programming Language)</a:t>
            </a:r>
            <a:r>
              <a:rPr lang="ko-KR" altLang="en-US" dirty="0"/>
              <a:t>도 개발</a:t>
            </a:r>
          </a:p>
          <a:p>
            <a:pPr lvl="1"/>
            <a:r>
              <a:rPr lang="ko-KR" altLang="en-US" dirty="0"/>
              <a:t>포트란</a:t>
            </a:r>
            <a:r>
              <a:rPr lang="en-US" altLang="ko-KR" dirty="0"/>
              <a:t>(FORTRAN): </a:t>
            </a:r>
            <a:r>
              <a:rPr lang="ko-KR" altLang="en-US" dirty="0"/>
              <a:t>과학기술 분야</a:t>
            </a:r>
            <a:r>
              <a:rPr lang="en-US" altLang="ko-KR" dirty="0"/>
              <a:t>, </a:t>
            </a:r>
            <a:r>
              <a:rPr lang="ko-KR" altLang="en-US" dirty="0"/>
              <a:t>코볼</a:t>
            </a:r>
            <a:r>
              <a:rPr lang="en-US" altLang="ko-KR" dirty="0"/>
              <a:t>(COBOL): </a:t>
            </a:r>
            <a:r>
              <a:rPr lang="ko-KR" altLang="en-US" dirty="0"/>
              <a:t>사무처리용 프로그래밍 언어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AFDBB5-981C-4C6F-AD75-86EC5E801F2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컴퓨터 개발에 트랜지스터를 이용한 </a:t>
            </a:r>
            <a:r>
              <a:rPr lang="en-US" altLang="ko-KR" dirty="0"/>
              <a:t>1956</a:t>
            </a:r>
            <a:r>
              <a:rPr lang="ko-KR" altLang="en-US" dirty="0"/>
              <a:t>년에서 </a:t>
            </a:r>
            <a:r>
              <a:rPr lang="en-US" altLang="ko-KR" dirty="0"/>
              <a:t>1963</a:t>
            </a:r>
            <a:r>
              <a:rPr lang="ko-KR" altLang="en-US" dirty="0"/>
              <a:t>년 까지를 제</a:t>
            </a:r>
            <a:r>
              <a:rPr lang="en-US" altLang="ko-KR" dirty="0"/>
              <a:t>2</a:t>
            </a:r>
            <a:r>
              <a:rPr lang="ko-KR" altLang="en-US" dirty="0"/>
              <a:t>세대 컴퓨터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F45C9B-84CF-4B9C-9E3D-D8CD81CE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E49E29-4D66-41E7-80E1-7B8527A0E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383" y="4265647"/>
            <a:ext cx="6669003" cy="24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49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B636A-38C3-4E0C-BD0B-F8786326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집적회로를 이용한 제</a:t>
            </a:r>
            <a:r>
              <a:rPr lang="en-US" altLang="ko-KR" dirty="0"/>
              <a:t>3</a:t>
            </a:r>
            <a:r>
              <a:rPr lang="ko-KR" altLang="en-US" dirty="0"/>
              <a:t>세대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977CE-19C5-4FDB-9725-95DA2A27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r>
              <a:rPr lang="ko-KR" altLang="en-US" dirty="0"/>
              <a:t>집적회로의 개발과 </a:t>
            </a:r>
            <a:r>
              <a:rPr lang="ko-KR" altLang="en-US" dirty="0" err="1"/>
              <a:t>메인프레임의</a:t>
            </a:r>
            <a:r>
              <a:rPr lang="ko-KR" altLang="en-US" dirty="0"/>
              <a:t> 발전</a:t>
            </a:r>
          </a:p>
          <a:p>
            <a:pPr lvl="1"/>
            <a:r>
              <a:rPr lang="en-US" altLang="ko-KR" dirty="0"/>
              <a:t>1964</a:t>
            </a:r>
            <a:r>
              <a:rPr lang="ko-KR" altLang="en-US" dirty="0"/>
              <a:t>년부터 </a:t>
            </a:r>
            <a:r>
              <a:rPr lang="en-US" altLang="ko-KR" dirty="0"/>
              <a:t>1970</a:t>
            </a:r>
            <a:r>
              <a:rPr lang="ko-KR" altLang="en-US" dirty="0"/>
              <a:t>년까지</a:t>
            </a:r>
            <a:r>
              <a:rPr lang="en-US" altLang="ko-KR" dirty="0"/>
              <a:t>, </a:t>
            </a:r>
            <a:r>
              <a:rPr lang="ko-KR" altLang="en-US" dirty="0"/>
              <a:t>컴퓨터는 더욱 소형화</a:t>
            </a:r>
            <a:endParaRPr lang="en-US" altLang="ko-KR" dirty="0"/>
          </a:p>
          <a:p>
            <a:pPr lvl="1"/>
            <a:r>
              <a:rPr lang="en-US" altLang="ko-KR" dirty="0"/>
              <a:t>IBM</a:t>
            </a:r>
            <a:r>
              <a:rPr lang="ko-KR" altLang="en-US" dirty="0"/>
              <a:t>의 최초 </a:t>
            </a:r>
            <a:r>
              <a:rPr lang="ko-KR" altLang="en-US" dirty="0" err="1"/>
              <a:t>메인프레임</a:t>
            </a:r>
            <a:r>
              <a:rPr lang="ko-KR" altLang="en-US" dirty="0"/>
              <a:t> 시스템인 </a:t>
            </a:r>
            <a:r>
              <a:rPr lang="en-US" altLang="ko-KR" dirty="0"/>
              <a:t>IBM S/360</a:t>
            </a:r>
          </a:p>
          <a:p>
            <a:pPr lvl="1"/>
            <a:r>
              <a:rPr lang="en-US" altLang="ko-KR" dirty="0"/>
              <a:t>DEC(Digital Equipment Corporation)</a:t>
            </a:r>
            <a:r>
              <a:rPr lang="ko-KR" altLang="en-US" dirty="0"/>
              <a:t>의 </a:t>
            </a:r>
            <a:r>
              <a:rPr lang="en-US" altLang="ko-KR" dirty="0"/>
              <a:t>PDP-11</a:t>
            </a:r>
          </a:p>
          <a:p>
            <a:r>
              <a:rPr lang="ko-KR" altLang="en-US" dirty="0"/>
              <a:t>소프트웨어의 발전</a:t>
            </a:r>
          </a:p>
          <a:p>
            <a:pPr lvl="1"/>
            <a:r>
              <a:rPr lang="ko-KR" altLang="en-US" dirty="0"/>
              <a:t>시분할</a:t>
            </a:r>
            <a:r>
              <a:rPr lang="en-US" altLang="ko-KR" dirty="0"/>
              <a:t>(Time Sharing) </a:t>
            </a:r>
            <a:r>
              <a:rPr lang="ko-KR" altLang="en-US" dirty="0"/>
              <a:t>시스템 기술이 적용</a:t>
            </a:r>
            <a:endParaRPr lang="en-US" altLang="ko-KR" dirty="0"/>
          </a:p>
          <a:p>
            <a:pPr lvl="2"/>
            <a:r>
              <a:rPr lang="ko-KR" altLang="en-US" dirty="0"/>
              <a:t>터미널을 이용하여 </a:t>
            </a:r>
            <a:r>
              <a:rPr lang="ko-KR" altLang="en-US" dirty="0" err="1"/>
              <a:t>메인프레임을</a:t>
            </a:r>
            <a:r>
              <a:rPr lang="ko-KR" altLang="en-US" dirty="0"/>
              <a:t> 여러 사용자가 이용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컴퓨터를 대화식으로 사용 가능</a:t>
            </a:r>
          </a:p>
          <a:p>
            <a:pPr lvl="1"/>
            <a:r>
              <a:rPr lang="ko-KR" altLang="en-US" dirty="0"/>
              <a:t>다중프로그래밍</a:t>
            </a:r>
            <a:r>
              <a:rPr lang="en-US" altLang="ko-KR" dirty="0"/>
              <a:t>(Multiprogramming) </a:t>
            </a:r>
            <a:r>
              <a:rPr lang="ko-KR" altLang="en-US" dirty="0"/>
              <a:t>기술 적용</a:t>
            </a:r>
          </a:p>
          <a:p>
            <a:pPr lvl="1"/>
            <a:r>
              <a:rPr lang="ko-KR" altLang="en-US" dirty="0"/>
              <a:t>운영체제의 다양한 기술이 실현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93B5E-8D19-4891-95C6-35B881E856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1964</a:t>
            </a:r>
            <a:r>
              <a:rPr lang="ko-KR" altLang="en-US" dirty="0"/>
              <a:t>년부터 </a:t>
            </a:r>
            <a:r>
              <a:rPr lang="en-US" altLang="ko-KR" dirty="0"/>
              <a:t>1970</a:t>
            </a:r>
            <a:r>
              <a:rPr lang="ko-KR" altLang="en-US" dirty="0"/>
              <a:t>년 까지를 제</a:t>
            </a:r>
            <a:r>
              <a:rPr lang="en-US" altLang="ko-KR" dirty="0"/>
              <a:t>3</a:t>
            </a:r>
            <a:r>
              <a:rPr lang="ko-KR" altLang="en-US" dirty="0"/>
              <a:t>세대 컴퓨터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70707-72E0-4E03-9FE7-B9B2952B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28CC81E-F623-474B-B5C3-C03009AAE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699" y="3999266"/>
            <a:ext cx="6725793" cy="23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2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A3C1F-70B8-474F-8344-ACE85E38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고밀도 집적회로를 이용한 제</a:t>
            </a:r>
            <a:r>
              <a:rPr lang="en-US" altLang="ko-KR" dirty="0"/>
              <a:t>4</a:t>
            </a:r>
            <a:r>
              <a:rPr lang="ko-KR" altLang="en-US" dirty="0"/>
              <a:t>세대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7533A-F654-4666-A19C-3CE29DB34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고밀도 집적회로</a:t>
            </a:r>
            <a:r>
              <a:rPr lang="en-US" altLang="ko-KR" dirty="0"/>
              <a:t>(Large Scale Integration: LSI)</a:t>
            </a:r>
            <a:r>
              <a:rPr lang="ko-KR" altLang="en-US" dirty="0"/>
              <a:t>와</a:t>
            </a:r>
            <a:br>
              <a:rPr lang="en-US" altLang="ko-KR" dirty="0"/>
            </a:br>
            <a:r>
              <a:rPr lang="ko-KR" altLang="en-US" dirty="0"/>
              <a:t>초고밀도 집적회로</a:t>
            </a:r>
            <a:r>
              <a:rPr lang="en-US" altLang="ko-KR" dirty="0"/>
              <a:t>(Very Large Scale Integration: VLSI)</a:t>
            </a:r>
            <a:r>
              <a:rPr lang="ko-KR" altLang="en-US" dirty="0"/>
              <a:t>의 사용</a:t>
            </a:r>
            <a:endParaRPr lang="en-US" altLang="ko-KR" dirty="0"/>
          </a:p>
          <a:p>
            <a:pPr lvl="1"/>
            <a:r>
              <a:rPr lang="ko-KR" altLang="en-US" dirty="0"/>
              <a:t>손톱 크기의 칩에 수 억 개의 트랜지스터의 모임</a:t>
            </a:r>
          </a:p>
          <a:p>
            <a:r>
              <a:rPr lang="ko-KR" altLang="en-US" dirty="0"/>
              <a:t>마이크로컴퓨터의 등장</a:t>
            </a:r>
          </a:p>
          <a:p>
            <a:pPr lvl="1"/>
            <a:r>
              <a:rPr lang="en-US" altLang="ko-KR" dirty="0"/>
              <a:t>1071</a:t>
            </a:r>
            <a:r>
              <a:rPr lang="ko-KR" altLang="en-US" dirty="0"/>
              <a:t>년에 인텔</a:t>
            </a:r>
            <a:r>
              <a:rPr lang="en-US" altLang="ko-KR" dirty="0"/>
              <a:t>(Intel) </a:t>
            </a:r>
            <a:r>
              <a:rPr lang="ko-KR" altLang="en-US" dirty="0"/>
              <a:t>사에서 중앙처리장치인 </a:t>
            </a:r>
            <a:r>
              <a:rPr lang="en-US" altLang="ko-KR" dirty="0"/>
              <a:t>Intel 4004 </a:t>
            </a:r>
            <a:r>
              <a:rPr lang="ko-KR" altLang="en-US" dirty="0"/>
              <a:t>마이크로프로세서를 개발함</a:t>
            </a:r>
            <a:endParaRPr lang="en-US" altLang="ko-KR" dirty="0"/>
          </a:p>
          <a:p>
            <a:pPr lvl="2"/>
            <a:r>
              <a:rPr lang="ko-KR" altLang="en-US" dirty="0"/>
              <a:t>컴퓨터는 크기와 성능 면에서 급속한 발전을 가져옴</a:t>
            </a:r>
            <a:endParaRPr lang="en-US" altLang="ko-KR" dirty="0"/>
          </a:p>
          <a:p>
            <a:pPr lvl="1"/>
            <a:r>
              <a:rPr lang="en-US" altLang="ko-KR" dirty="0"/>
              <a:t>1975</a:t>
            </a:r>
            <a:r>
              <a:rPr lang="ko-KR" altLang="en-US" dirty="0"/>
              <a:t>년에는 빌 게이츠와 폴 </a:t>
            </a:r>
            <a:r>
              <a:rPr lang="ko-KR" altLang="en-US" dirty="0" err="1"/>
              <a:t>알렌에</a:t>
            </a:r>
            <a:r>
              <a:rPr lang="ko-KR" altLang="en-US" dirty="0"/>
              <a:t> 의해 마이크로소프트</a:t>
            </a:r>
            <a:r>
              <a:rPr lang="en-US" altLang="ko-KR" dirty="0"/>
              <a:t>(Microsoft) </a:t>
            </a:r>
            <a:r>
              <a:rPr lang="ko-KR" altLang="en-US" dirty="0"/>
              <a:t>사가 설립</a:t>
            </a:r>
          </a:p>
          <a:p>
            <a:pPr lvl="1"/>
            <a:r>
              <a:rPr lang="en-US" altLang="ko-KR" dirty="0"/>
              <a:t>1976</a:t>
            </a:r>
            <a:r>
              <a:rPr lang="ko-KR" altLang="en-US" dirty="0"/>
              <a:t>년에는 스티븐 </a:t>
            </a:r>
            <a:r>
              <a:rPr lang="ko-KR" altLang="en-US" dirty="0" err="1"/>
              <a:t>잡스에</a:t>
            </a:r>
            <a:r>
              <a:rPr lang="ko-KR" altLang="en-US" dirty="0"/>
              <a:t> 의해 </a:t>
            </a:r>
            <a:r>
              <a:rPr lang="ko-KR" altLang="en-US" dirty="0" err="1"/>
              <a:t>애플사</a:t>
            </a:r>
            <a:r>
              <a:rPr lang="en-US" altLang="ko-KR" dirty="0"/>
              <a:t>(Apple) </a:t>
            </a:r>
            <a:r>
              <a:rPr lang="ko-KR" altLang="en-US" dirty="0"/>
              <a:t>탄생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540F2-73F9-4008-9B39-5E3B72023B5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1971</a:t>
            </a:r>
            <a:r>
              <a:rPr lang="ko-KR" altLang="en-US" dirty="0"/>
              <a:t>년부터 현재까지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88AE62-06EA-48E0-89A1-418F8A65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FA6A5D-9FF8-4D75-BD5C-FF2A3BE3F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26" y="4590399"/>
            <a:ext cx="4216982" cy="219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14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EBB00-5576-4A1F-9D43-3B6280E0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 게이츠와 스티브 잡스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89BEB5-757F-4CAF-8D97-111E22D4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친구이자</a:t>
            </a:r>
            <a:r>
              <a:rPr lang="en-US" altLang="ko-KR" dirty="0"/>
              <a:t>, </a:t>
            </a:r>
            <a:r>
              <a:rPr lang="ko-KR" altLang="en-US" dirty="0"/>
              <a:t>숙명의 경쟁자</a:t>
            </a:r>
            <a:endParaRPr lang="en-US" altLang="ko-KR" dirty="0"/>
          </a:p>
          <a:p>
            <a:pPr lvl="1"/>
            <a:r>
              <a:rPr lang="ko-KR" altLang="en-US" dirty="0"/>
              <a:t>약 </a:t>
            </a:r>
            <a:r>
              <a:rPr lang="en-US" altLang="ko-KR" dirty="0"/>
              <a:t>40</a:t>
            </a:r>
            <a:r>
              <a:rPr lang="ko-KR" altLang="en-US" dirty="0"/>
              <a:t>년 전부터 시작하여 조금씩 우리 인간의 삶을 완전히 바꾸어 놓은 정보화의 선구자</a:t>
            </a:r>
            <a:endParaRPr lang="en-US" altLang="ko-KR" dirty="0"/>
          </a:p>
          <a:p>
            <a:r>
              <a:rPr lang="ko-KR" altLang="en-US" dirty="0"/>
              <a:t>빌 게이츠</a:t>
            </a:r>
            <a:endParaRPr lang="en-US" altLang="ko-KR" dirty="0"/>
          </a:p>
          <a:p>
            <a:pPr lvl="1"/>
            <a:r>
              <a:rPr lang="ko-KR" altLang="en-US" dirty="0"/>
              <a:t>부유한 어린 시절을 보내고</a:t>
            </a:r>
            <a:r>
              <a:rPr lang="en-US" altLang="ko-KR" dirty="0"/>
              <a:t>, </a:t>
            </a:r>
            <a:r>
              <a:rPr lang="ko-KR" altLang="en-US" dirty="0"/>
              <a:t>명문 하버드 대학을 중퇴</a:t>
            </a:r>
            <a:endParaRPr lang="en-US" altLang="ko-KR" dirty="0"/>
          </a:p>
          <a:p>
            <a:pPr lvl="1"/>
            <a:r>
              <a:rPr lang="ko-KR" altLang="en-US" dirty="0"/>
              <a:t>베이직 인터프리터와 대표적 운영체제인 </a:t>
            </a:r>
            <a:r>
              <a:rPr lang="en-US" altLang="ko-KR" dirty="0"/>
              <a:t>DOS</a:t>
            </a:r>
            <a:r>
              <a:rPr lang="ko-KR" altLang="en-US" dirty="0"/>
              <a:t>를 만들었고</a:t>
            </a:r>
            <a:r>
              <a:rPr lang="en-US" altLang="ko-KR" dirty="0"/>
              <a:t>, </a:t>
            </a:r>
            <a:r>
              <a:rPr lang="ko-KR" altLang="en-US" dirty="0"/>
              <a:t>마이크로소프트 사를 창업</a:t>
            </a:r>
            <a:endParaRPr lang="en-US" altLang="ko-KR" dirty="0"/>
          </a:p>
          <a:p>
            <a:pPr lvl="1"/>
            <a:r>
              <a:rPr lang="ko-KR" altLang="en-US" dirty="0"/>
              <a:t>개발자라기보다는 냉철한 이성으로 결정적 판단을 잘하는 진정한 비즈니스 맨</a:t>
            </a:r>
            <a:endParaRPr lang="en-US" altLang="ko-KR" dirty="0"/>
          </a:p>
          <a:p>
            <a:r>
              <a:rPr lang="ko-KR" altLang="en-US" dirty="0"/>
              <a:t>스티브 잡스</a:t>
            </a:r>
            <a:endParaRPr lang="en-US" altLang="ko-KR" dirty="0"/>
          </a:p>
          <a:p>
            <a:pPr lvl="1"/>
            <a:r>
              <a:rPr lang="ko-KR" altLang="en-US" dirty="0"/>
              <a:t>사생아로 태어나 양부모 밑에서 자랐으며 평범한 리드 대학을 중퇴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자기 중심적이고 개성이 강하며 새로운 것에 도전하는 창의성이 강한 이상주의자로 평가</a:t>
            </a:r>
            <a:endParaRPr lang="en-US" altLang="ko-KR" dirty="0"/>
          </a:p>
          <a:p>
            <a:pPr lvl="1"/>
            <a:r>
              <a:rPr lang="ko-KR" altLang="en-US" dirty="0"/>
              <a:t>애플을 창업한 이후</a:t>
            </a:r>
            <a:r>
              <a:rPr lang="en-US" altLang="ko-KR" dirty="0"/>
              <a:t>, </a:t>
            </a:r>
            <a:r>
              <a:rPr lang="ko-KR" altLang="en-US" dirty="0"/>
              <a:t>넥스트</a:t>
            </a:r>
            <a:r>
              <a:rPr lang="en-US" altLang="ko-KR" dirty="0"/>
              <a:t>(NeXT)</a:t>
            </a:r>
            <a:r>
              <a:rPr lang="ko-KR" altLang="en-US" dirty="0"/>
              <a:t>를 창업하고</a:t>
            </a:r>
            <a:r>
              <a:rPr lang="en-US" altLang="ko-KR" dirty="0"/>
              <a:t>, </a:t>
            </a:r>
            <a:r>
              <a:rPr lang="ko-KR" altLang="en-US" dirty="0"/>
              <a:t>애니메이션 회사인 </a:t>
            </a:r>
            <a:r>
              <a:rPr lang="ko-KR" altLang="en-US" dirty="0" err="1"/>
              <a:t>픽사</a:t>
            </a:r>
            <a:r>
              <a:rPr lang="en-US" altLang="ko-KR" dirty="0"/>
              <a:t>(Pixar)</a:t>
            </a:r>
            <a:r>
              <a:rPr lang="ko-KR" altLang="en-US" dirty="0"/>
              <a:t>를 인수</a:t>
            </a:r>
            <a:endParaRPr lang="en-US" altLang="ko-KR" dirty="0"/>
          </a:p>
          <a:p>
            <a:pPr lvl="1"/>
            <a:r>
              <a:rPr lang="ko-KR" altLang="en-US" dirty="0"/>
              <a:t>애플에서 후대에도 길이 남을 만한 여러 정보화 기기를 개발한 천재</a:t>
            </a:r>
            <a:endParaRPr lang="en-US" altLang="ko-KR" dirty="0"/>
          </a:p>
          <a:p>
            <a:pPr lvl="1"/>
            <a:r>
              <a:rPr lang="en-US" altLang="ko-KR" dirty="0"/>
              <a:t>1997</a:t>
            </a:r>
            <a:r>
              <a:rPr lang="ko-KR" altLang="en-US" dirty="0"/>
              <a:t>년</a:t>
            </a:r>
            <a:endParaRPr lang="en-US" altLang="ko-KR" dirty="0"/>
          </a:p>
          <a:p>
            <a:pPr lvl="2"/>
            <a:r>
              <a:rPr lang="ko-KR" altLang="en-US" dirty="0"/>
              <a:t>애플과 넥스트 합병으로 애플로 다시 돌아오게 되어 적자이던 애플을 다시 흑자로</a:t>
            </a:r>
            <a:r>
              <a:rPr lang="en-US" altLang="ko-KR" dirty="0"/>
              <a:t> </a:t>
            </a:r>
            <a:r>
              <a:rPr lang="ko-KR" altLang="en-US" dirty="0"/>
              <a:t>전환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2001</a:t>
            </a:r>
            <a:r>
              <a:rPr lang="ko-KR" altLang="en-US" dirty="0"/>
              <a:t>년</a:t>
            </a:r>
            <a:endParaRPr lang="en-US" altLang="ko-KR" dirty="0"/>
          </a:p>
          <a:p>
            <a:pPr lvl="2"/>
            <a:r>
              <a:rPr lang="en-US" altLang="ko-KR" dirty="0"/>
              <a:t>MP3 </a:t>
            </a:r>
            <a:r>
              <a:rPr lang="ko-KR" altLang="en-US" dirty="0"/>
              <a:t>플레이어인 아이팟</a:t>
            </a:r>
            <a:r>
              <a:rPr lang="en-US" altLang="ko-KR" dirty="0"/>
              <a:t>(iPod)</a:t>
            </a:r>
            <a:r>
              <a:rPr lang="ko-KR" altLang="en-US" dirty="0"/>
              <a:t>을 만들어 대중들에게 잊혀져 가던 애플을 다시 기억</a:t>
            </a:r>
            <a:endParaRPr lang="en-US" altLang="ko-KR" dirty="0"/>
          </a:p>
          <a:p>
            <a:pPr lvl="1"/>
            <a:r>
              <a:rPr lang="en-US" altLang="ko-KR" dirty="0"/>
              <a:t>2007</a:t>
            </a:r>
            <a:r>
              <a:rPr lang="ko-KR" altLang="en-US" dirty="0"/>
              <a:t>년</a:t>
            </a:r>
            <a:endParaRPr lang="en-US" altLang="ko-KR" dirty="0"/>
          </a:p>
          <a:p>
            <a:pPr lvl="2"/>
            <a:r>
              <a:rPr lang="ko-KR" altLang="en-US" dirty="0"/>
              <a:t>아이폰</a:t>
            </a:r>
            <a:r>
              <a:rPr lang="en-US" altLang="ko-KR" dirty="0"/>
              <a:t>(iPhone)</a:t>
            </a:r>
            <a:r>
              <a:rPr lang="ko-KR" altLang="en-US" dirty="0"/>
              <a:t>이라는 혁명적인 개인 정보화 기기인 스마트폰을 출시</a:t>
            </a:r>
            <a:endParaRPr lang="en-US" altLang="ko-KR" dirty="0"/>
          </a:p>
          <a:p>
            <a:pPr lvl="1"/>
            <a:r>
              <a:rPr lang="en-US" altLang="ko-KR" dirty="0"/>
              <a:t>2011</a:t>
            </a:r>
            <a:r>
              <a:rPr lang="ko-KR" altLang="en-US" dirty="0"/>
              <a:t>년 췌장암으로 아쉽게 생을 마감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840AE7-43D6-4B33-B938-78CD4817F1E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모두 </a:t>
            </a:r>
            <a:r>
              <a:rPr lang="en-US" altLang="ko-KR" dirty="0"/>
              <a:t>1955</a:t>
            </a:r>
            <a:r>
              <a:rPr lang="ko-KR" altLang="en-US" dirty="0"/>
              <a:t>년 생으로 동시대를 살며 유명한 컴퓨터 회사의 </a:t>
            </a:r>
            <a:r>
              <a:rPr lang="en-US" altLang="ko-KR" dirty="0"/>
              <a:t>CEO</a:t>
            </a:r>
            <a:r>
              <a:rPr lang="ko-KR" altLang="en-US" dirty="0"/>
              <a:t>로 성장한 대표적인 인물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45C209-8F54-4B46-9A9B-F958D38C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578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59C48-5482-4A42-AD31-7C64A880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</a:t>
            </a:r>
            <a:r>
              <a:rPr lang="ko-KR" altLang="en-US" dirty="0"/>
              <a:t>세대 컴퓨터와 양자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F1211-15E3-4AFB-AD79-3DF0700F2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연구분야</a:t>
            </a:r>
          </a:p>
          <a:p>
            <a:pPr lvl="1"/>
            <a:r>
              <a:rPr lang="ko-KR" altLang="en-US" dirty="0"/>
              <a:t>인공지능</a:t>
            </a:r>
            <a:r>
              <a:rPr lang="en-US" altLang="ko-KR" dirty="0"/>
              <a:t>(Artificial Intelligence: AI), </a:t>
            </a:r>
            <a:r>
              <a:rPr lang="ko-KR" altLang="en-US" dirty="0"/>
              <a:t>병렬처리</a:t>
            </a:r>
            <a:r>
              <a:rPr lang="en-US" altLang="ko-KR" dirty="0"/>
              <a:t>(Parallel Processing) </a:t>
            </a:r>
            <a:r>
              <a:rPr lang="ko-KR" altLang="en-US" dirty="0"/>
              <a:t>분야</a:t>
            </a:r>
          </a:p>
          <a:p>
            <a:pPr lvl="1"/>
            <a:r>
              <a:rPr lang="ko-KR" altLang="en-US" dirty="0"/>
              <a:t>신경망</a:t>
            </a:r>
            <a:r>
              <a:rPr lang="en-US" altLang="ko-KR" dirty="0"/>
              <a:t>(Neural Network) </a:t>
            </a:r>
            <a:r>
              <a:rPr lang="ko-KR" altLang="en-US" dirty="0"/>
              <a:t>분야 </a:t>
            </a:r>
          </a:p>
          <a:p>
            <a:r>
              <a:rPr lang="ko-KR" altLang="en-US" dirty="0"/>
              <a:t>양자 컴퓨터</a:t>
            </a:r>
            <a:endParaRPr lang="en-US" altLang="ko-KR" dirty="0"/>
          </a:p>
          <a:p>
            <a:pPr lvl="1"/>
            <a:r>
              <a:rPr lang="ko-KR" altLang="en-US" dirty="0"/>
              <a:t>중첩</a:t>
            </a:r>
            <a:r>
              <a:rPr lang="en-US" altLang="ko-KR" dirty="0"/>
              <a:t>(superposition)</a:t>
            </a:r>
            <a:r>
              <a:rPr lang="ko-KR" altLang="en-US" dirty="0"/>
              <a:t>과 얽힘</a:t>
            </a:r>
            <a:r>
              <a:rPr lang="en-US" altLang="ko-KR" dirty="0"/>
              <a:t>(entanglement) </a:t>
            </a:r>
            <a:r>
              <a:rPr lang="ko-KR" altLang="en-US" dirty="0"/>
              <a:t>등 양자 물리학의 원리를 이용</a:t>
            </a:r>
            <a:endParaRPr lang="en-US" altLang="ko-KR" dirty="0"/>
          </a:p>
          <a:p>
            <a:pPr lvl="1"/>
            <a:r>
              <a:rPr lang="ko-KR" altLang="en-US" dirty="0"/>
              <a:t>다수의 정보를 동시에 연산</a:t>
            </a:r>
            <a:r>
              <a:rPr lang="en-US" altLang="ko-KR" dirty="0"/>
              <a:t>, </a:t>
            </a:r>
            <a:r>
              <a:rPr lang="ko-KR" altLang="en-US" dirty="0"/>
              <a:t>새로운 개념의 컴퓨터</a:t>
            </a:r>
            <a:endParaRPr lang="en-US" altLang="ko-KR" dirty="0"/>
          </a:p>
          <a:p>
            <a:pPr lvl="1"/>
            <a:r>
              <a:rPr lang="ko-KR" altLang="en-US" dirty="0"/>
              <a:t>양자 비트</a:t>
            </a:r>
            <a:r>
              <a:rPr lang="en-US" altLang="ko-KR" dirty="0"/>
              <a:t>(quantum bit) </a:t>
            </a:r>
            <a:r>
              <a:rPr lang="ko-KR" altLang="en-US" dirty="0"/>
              <a:t>인 ‘</a:t>
            </a:r>
            <a:r>
              <a:rPr lang="ko-KR" altLang="en-US" dirty="0" err="1"/>
              <a:t>큐비트</a:t>
            </a:r>
            <a:r>
              <a:rPr lang="en-US" altLang="ko-KR" dirty="0"/>
              <a:t>(qubits)’</a:t>
            </a:r>
            <a:r>
              <a:rPr lang="ko-KR" altLang="en-US" dirty="0"/>
              <a:t>를 이용</a:t>
            </a:r>
            <a:endParaRPr lang="en-US" altLang="ko-KR" dirty="0"/>
          </a:p>
          <a:p>
            <a:pPr lvl="2"/>
            <a:r>
              <a:rPr lang="en-US" altLang="ko-KR" dirty="0"/>
              <a:t>0, 1, </a:t>
            </a:r>
            <a:r>
              <a:rPr lang="ko-KR" altLang="en-US" dirty="0"/>
              <a:t>그리고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조합을 동시에 나타내고 저장</a:t>
            </a:r>
            <a:endParaRPr lang="en-US" altLang="ko-KR" dirty="0"/>
          </a:p>
          <a:p>
            <a:pPr lvl="2"/>
            <a:r>
              <a:rPr lang="en-US" altLang="ko-KR" dirty="0"/>
              <a:t>00·01·10·11</a:t>
            </a:r>
            <a:r>
              <a:rPr lang="ko-KR" altLang="en-US" dirty="0"/>
              <a:t>을 동시에 가짐</a:t>
            </a:r>
            <a:endParaRPr lang="en-US" altLang="ko-KR" dirty="0"/>
          </a:p>
          <a:p>
            <a:pPr lvl="1"/>
            <a:r>
              <a:rPr lang="ko-KR" altLang="en-US" dirty="0"/>
              <a:t>성능은 슈퍼컴퓨터 보다 최소 </a:t>
            </a:r>
            <a:r>
              <a:rPr lang="en-US" altLang="ko-KR" dirty="0"/>
              <a:t>1</a:t>
            </a:r>
            <a:r>
              <a:rPr lang="ko-KR" altLang="en-US" dirty="0" err="1"/>
              <a:t>억배</a:t>
            </a:r>
            <a:r>
              <a:rPr lang="ko-KR" altLang="en-US" dirty="0"/>
              <a:t> 이상 나은 결과</a:t>
            </a:r>
            <a:endParaRPr lang="en-US" altLang="ko-KR" dirty="0"/>
          </a:p>
          <a:p>
            <a:pPr lvl="1"/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/>
              <a:t>최적화</a:t>
            </a:r>
            <a:r>
              <a:rPr lang="en-US" altLang="ko-KR" dirty="0"/>
              <a:t>, </a:t>
            </a:r>
            <a:r>
              <a:rPr lang="ko-KR" altLang="en-US" dirty="0"/>
              <a:t>신약개발</a:t>
            </a:r>
            <a:r>
              <a:rPr lang="en-US" altLang="ko-KR" dirty="0"/>
              <a:t>, </a:t>
            </a:r>
            <a:r>
              <a:rPr lang="ko-KR" altLang="en-US" dirty="0"/>
              <a:t>암세포 염기서열 분석</a:t>
            </a:r>
            <a:r>
              <a:rPr lang="en-US" altLang="ko-KR" dirty="0"/>
              <a:t>, </a:t>
            </a:r>
            <a:r>
              <a:rPr lang="ko-KR" altLang="en-US" dirty="0"/>
              <a:t>검색 부문의 과제들을 해결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8F8715-A999-48D4-91F5-ED826DCB984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인간과 대화하고 자연 언어로 명령을 처리하며</a:t>
            </a:r>
            <a:r>
              <a:rPr lang="en-US" altLang="ko-KR" dirty="0"/>
              <a:t>, </a:t>
            </a:r>
            <a:r>
              <a:rPr lang="ko-KR" altLang="en-US" dirty="0"/>
              <a:t>인간처럼 생각하고 창의적인 작업도 수행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3D9DCF-1379-4E2A-8CDD-74DC7580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131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E8A0E-6491-49CC-BFA4-E046B360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양자 컴퓨터 상용화와 발전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6242C-659E-48AB-854B-D7CC6D59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2019</a:t>
            </a:r>
            <a:r>
              <a:rPr lang="ko-KR" altLang="en-US" dirty="0"/>
              <a:t>년 구글 ‘</a:t>
            </a:r>
            <a:r>
              <a:rPr lang="ko-KR" altLang="en-US" dirty="0" err="1"/>
              <a:t>시커모어</a:t>
            </a:r>
            <a:r>
              <a:rPr lang="ko-KR" altLang="en-US" dirty="0"/>
              <a:t>’</a:t>
            </a:r>
            <a:r>
              <a:rPr lang="en-US" altLang="ko-KR" dirty="0"/>
              <a:t>, </a:t>
            </a:r>
            <a:r>
              <a:rPr lang="ko-KR" altLang="en-US" dirty="0"/>
              <a:t>슈퍼컴퓨터의 한계를 넘음</a:t>
            </a:r>
            <a:endParaRPr lang="en-US" altLang="ko-KR" dirty="0"/>
          </a:p>
          <a:p>
            <a:pPr lvl="1"/>
            <a:r>
              <a:rPr lang="ko-KR" altLang="en-US" dirty="0" err="1"/>
              <a:t>큐비트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개로 양자컴퓨터 칩</a:t>
            </a:r>
            <a:endParaRPr lang="en-US" altLang="ko-KR" dirty="0"/>
          </a:p>
          <a:p>
            <a:pPr lvl="1"/>
            <a:r>
              <a:rPr lang="en-US" altLang="ko-KR" dirty="0"/>
              <a:t>23</a:t>
            </a:r>
            <a:r>
              <a:rPr lang="ko-KR" altLang="en-US" dirty="0"/>
              <a:t>년에는 </a:t>
            </a:r>
            <a:r>
              <a:rPr lang="ko-KR" altLang="en-US" dirty="0" err="1"/>
              <a:t>큐비트</a:t>
            </a:r>
            <a:r>
              <a:rPr lang="ko-KR" altLang="en-US" dirty="0"/>
              <a:t> </a:t>
            </a:r>
            <a:r>
              <a:rPr lang="en-US" altLang="ko-KR" dirty="0"/>
              <a:t>1,000</a:t>
            </a:r>
            <a:r>
              <a:rPr lang="ko-KR" altLang="en-US" dirty="0"/>
              <a:t>개의 벽을 넘어 </a:t>
            </a:r>
            <a:r>
              <a:rPr lang="en-US" altLang="ko-KR" dirty="0"/>
              <a:t>1,121</a:t>
            </a:r>
            <a:r>
              <a:rPr lang="ko-KR" altLang="en-US" dirty="0"/>
              <a:t>개로 만든 ‘콘도르’ 개발을 계획</a:t>
            </a:r>
            <a:endParaRPr lang="en-US" altLang="ko-KR" dirty="0"/>
          </a:p>
          <a:p>
            <a:r>
              <a:rPr lang="en-US" altLang="ko-KR" dirty="0"/>
              <a:t>IBM</a:t>
            </a:r>
            <a:r>
              <a:rPr lang="ko-KR" altLang="en-US" dirty="0"/>
              <a:t>은 </a:t>
            </a:r>
            <a:r>
              <a:rPr lang="en-US" altLang="ko-KR" dirty="0"/>
              <a:t>2019</a:t>
            </a:r>
            <a:r>
              <a:rPr lang="ko-KR" altLang="en-US" dirty="0"/>
              <a:t>년</a:t>
            </a:r>
            <a:endParaRPr lang="en-US" altLang="ko-KR" dirty="0"/>
          </a:p>
          <a:p>
            <a:pPr lvl="1"/>
            <a:r>
              <a:rPr lang="ko-KR" altLang="en-US" dirty="0"/>
              <a:t>세계 최초로 </a:t>
            </a:r>
            <a:r>
              <a:rPr lang="en-US" altLang="ko-KR" dirty="0"/>
              <a:t>20 </a:t>
            </a:r>
            <a:r>
              <a:rPr lang="ko-KR" altLang="en-US" dirty="0"/>
              <a:t>큐비트의 상용 양자컴퓨터 ‘</a:t>
            </a:r>
            <a:r>
              <a:rPr lang="en-US" altLang="ko-KR" dirty="0"/>
              <a:t>Q</a:t>
            </a:r>
            <a:r>
              <a:rPr lang="ko-KR" altLang="en-US" dirty="0" err="1"/>
              <a:t>시스템원’을</a:t>
            </a:r>
            <a:r>
              <a:rPr lang="ko-KR" altLang="en-US" dirty="0"/>
              <a:t> 공개</a:t>
            </a:r>
            <a:endParaRPr lang="en-US" altLang="ko-KR" dirty="0"/>
          </a:p>
          <a:p>
            <a:pPr lvl="1"/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127 </a:t>
            </a:r>
            <a:r>
              <a:rPr lang="ko-KR" altLang="en-US" dirty="0"/>
              <a:t>큐비트와 </a:t>
            </a:r>
            <a:r>
              <a:rPr lang="en-US" altLang="ko-KR" dirty="0"/>
              <a:t>433 </a:t>
            </a:r>
            <a:r>
              <a:rPr lang="ko-KR" altLang="en-US" dirty="0"/>
              <a:t>큐비트의 중급형 양자컴퓨터를 개발</a:t>
            </a:r>
            <a:endParaRPr lang="en-US" altLang="ko-KR" dirty="0"/>
          </a:p>
          <a:p>
            <a:pPr lvl="1"/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1,000 </a:t>
            </a:r>
            <a:r>
              <a:rPr lang="ko-KR" altLang="en-US" dirty="0"/>
              <a:t>큐비트의 양자컴퓨터 개발을 계획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3AC67E-4F4B-42CE-B598-2DC9E6F36A6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2011</a:t>
            </a:r>
            <a:r>
              <a:rPr lang="ko-KR" altLang="en-US" dirty="0"/>
              <a:t>년 캐나다의 </a:t>
            </a:r>
            <a:r>
              <a:rPr lang="en-US" altLang="ko-KR" dirty="0"/>
              <a:t>D-</a:t>
            </a:r>
            <a:r>
              <a:rPr lang="ko-KR" altLang="en-US" dirty="0"/>
              <a:t>웨이브 </a:t>
            </a:r>
            <a:r>
              <a:rPr lang="ko-KR" altLang="en-US" dirty="0" err="1"/>
              <a:t>시스템즈</a:t>
            </a:r>
            <a:r>
              <a:rPr lang="en-US" altLang="ko-KR" dirty="0"/>
              <a:t>(D-Wave Systems)</a:t>
            </a:r>
            <a:r>
              <a:rPr lang="ko-KR" altLang="en-US" dirty="0"/>
              <a:t>사가 최초로 양자 컴퓨터</a:t>
            </a:r>
            <a:br>
              <a:rPr lang="ko-KR" altLang="en-US" dirty="0"/>
            </a:br>
            <a:r>
              <a:rPr lang="ko-KR" altLang="en-US" dirty="0"/>
              <a:t>디 웨이브 원</a:t>
            </a:r>
            <a:r>
              <a:rPr lang="en-US" altLang="ko-KR" dirty="0"/>
              <a:t>((D-Wave 1)</a:t>
            </a:r>
            <a:r>
              <a:rPr lang="ko-KR" altLang="en-US" dirty="0"/>
              <a:t>을 상용화 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F44B3-2724-4E0B-A6C5-F9CFC69B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305FDA-85F8-40E2-914C-13471BF94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68" y="4250075"/>
            <a:ext cx="6955826" cy="253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10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185F1-C702-4EEF-B03D-DB7F54D3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4022" y="5355771"/>
            <a:ext cx="1133535" cy="1502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E445F1-50D6-408F-B214-C57A2B2D4A71}"/>
              </a:ext>
            </a:extLst>
          </p:cNvPr>
          <p:cNvSpPr txBox="1"/>
          <p:nvPr/>
        </p:nvSpPr>
        <p:spPr>
          <a:xfrm>
            <a:off x="1695627" y="299954"/>
            <a:ext cx="1010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B366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DIN-Regular" panose="02000503040000020004" pitchFamily="50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5DEB1-B44C-4B3A-8D4C-6C5319986209}"/>
              </a:ext>
            </a:extLst>
          </p:cNvPr>
          <p:cNvSpPr txBox="1"/>
          <p:nvPr/>
        </p:nvSpPr>
        <p:spPr>
          <a:xfrm>
            <a:off x="1695627" y="143691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DVYGOStd15"/>
                <a:ea typeface="맑은 고딕" panose="020B0503020000020004" pitchFamily="50" charset="-127"/>
                <a:cs typeface="+mn-cs"/>
              </a:rPr>
              <a:t>컴퓨터 개요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21CE-1CCF-4123-BE03-2C7AC29EBC26}"/>
              </a:ext>
            </a:extLst>
          </p:cNvPr>
          <p:cNvSpPr txBox="1"/>
          <p:nvPr/>
        </p:nvSpPr>
        <p:spPr>
          <a:xfrm>
            <a:off x="2742552" y="3897314"/>
            <a:ext cx="8957387" cy="2123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YDVYGOStd145"/>
                <a:ea typeface="맑은 고딕" panose="020B0503020000020004" pitchFamily="50" charset="-127"/>
                <a:cs typeface="+mn-cs"/>
              </a:rPr>
              <a:t>단원 목차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D3300"/>
              </a:solidFill>
              <a:effectLst/>
              <a:uLnTx/>
              <a:uFillTx/>
              <a:latin typeface="DIN-Bold" panose="02000803040000020004" pitchFamily="50" charset="0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2.1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컴퓨터란 무엇인가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2.2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하드웨어란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DVYGOStd12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소프트웨어란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기원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발전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CD3300"/>
                </a:solidFill>
                <a:effectLst/>
                <a:uLnTx/>
                <a:uFillTx/>
                <a:latin typeface="DIN-Bold" panose="02000803040000020004" pitchFamily="50" charset="0"/>
                <a:ea typeface="맑은 고딕" panose="020B0503020000020004" pitchFamily="50" charset="-127"/>
                <a:cs typeface="+mn-cs"/>
              </a:rPr>
              <a:t>2.6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DVYGOStd12"/>
                <a:ea typeface="맑은 고딕" panose="020B0503020000020004" pitchFamily="50" charset="-127"/>
                <a:cs typeface="+mn-cs"/>
              </a:rPr>
              <a:t>컴퓨터의 종류</a:t>
            </a:r>
          </a:p>
        </p:txBody>
      </p:sp>
    </p:spTree>
    <p:extLst>
      <p:ext uri="{BB962C8B-B14F-4D97-AF65-F5344CB8AC3E}">
        <p14:creationId xmlns:p14="http://schemas.microsoft.com/office/powerpoint/2010/main" val="1220299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B636A-38C3-4E0C-BD0B-F8786326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슈퍼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977CE-19C5-4FDB-9725-95DA2A274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666786"/>
            <a:ext cx="11674764" cy="4994372"/>
          </a:xfrm>
        </p:spPr>
        <p:txBody>
          <a:bodyPr numCol="2"/>
          <a:lstStyle/>
          <a:p>
            <a:r>
              <a:rPr lang="ko-KR" altLang="en-US" dirty="0"/>
              <a:t>슈퍼컴퓨터</a:t>
            </a:r>
          </a:p>
          <a:p>
            <a:pPr lvl="1"/>
            <a:r>
              <a:rPr lang="ko-KR" altLang="en-US" dirty="0"/>
              <a:t>수천 개 이상의 중앙처리장치를 서로 연결</a:t>
            </a:r>
            <a:endParaRPr lang="en-US" altLang="ko-KR" dirty="0"/>
          </a:p>
          <a:p>
            <a:pPr lvl="2"/>
            <a:r>
              <a:rPr lang="ko-KR" altLang="en-US" dirty="0"/>
              <a:t>대규모의 벡터 계산과 행렬 계산을 고속으로 병렬 처리하는 슈퍼컴퓨터가 주류</a:t>
            </a:r>
          </a:p>
          <a:p>
            <a:r>
              <a:rPr lang="ko-KR" altLang="en-US" dirty="0"/>
              <a:t>활용분야</a:t>
            </a:r>
          </a:p>
          <a:p>
            <a:pPr lvl="1"/>
            <a:r>
              <a:rPr lang="ko-KR" altLang="en-US" dirty="0"/>
              <a:t>기상예보</a:t>
            </a:r>
            <a:r>
              <a:rPr lang="en-US" altLang="ko-KR" dirty="0"/>
              <a:t>, </a:t>
            </a:r>
            <a:r>
              <a:rPr lang="ko-KR" altLang="en-US" dirty="0"/>
              <a:t>지진 및 해일 예보와 같은 지구환경 분야</a:t>
            </a:r>
          </a:p>
          <a:p>
            <a:pPr lvl="1"/>
            <a:r>
              <a:rPr lang="ko-KR" altLang="en-US" dirty="0"/>
              <a:t>은하의 구조와 형성</a:t>
            </a:r>
            <a:r>
              <a:rPr lang="en-US" altLang="ko-KR" dirty="0"/>
              <a:t>, </a:t>
            </a:r>
            <a:r>
              <a:rPr lang="ko-KR" altLang="en-US" dirty="0"/>
              <a:t>진화를 이해하려는 천문학 분야</a:t>
            </a:r>
          </a:p>
          <a:p>
            <a:pPr lvl="1"/>
            <a:r>
              <a:rPr lang="ko-KR" altLang="en-US" dirty="0"/>
              <a:t>신약 개발</a:t>
            </a:r>
            <a:r>
              <a:rPr lang="en-US" altLang="ko-KR" dirty="0"/>
              <a:t>, </a:t>
            </a:r>
            <a:r>
              <a:rPr lang="ko-KR" altLang="en-US" dirty="0"/>
              <a:t>분자 구조를 살피는 약학 분야</a:t>
            </a:r>
          </a:p>
          <a:p>
            <a:pPr lvl="1"/>
            <a:r>
              <a:rPr lang="ko-KR" altLang="en-US" dirty="0"/>
              <a:t>의학 및 화학 분야 </a:t>
            </a:r>
          </a:p>
          <a:p>
            <a:pPr lvl="1"/>
            <a:r>
              <a:rPr lang="ko-KR" altLang="en-US" dirty="0"/>
              <a:t>은행 및 보험회사와 같은 금융기관의 데이터를 처리</a:t>
            </a:r>
            <a:r>
              <a:rPr lang="en-US" altLang="ko-KR" dirty="0"/>
              <a:t>, </a:t>
            </a:r>
            <a:r>
              <a:rPr lang="ko-KR" altLang="en-US" dirty="0"/>
              <a:t>분석</a:t>
            </a:r>
          </a:p>
          <a:p>
            <a:pPr lvl="1"/>
            <a:r>
              <a:rPr lang="ko-KR" altLang="en-US" dirty="0"/>
              <a:t>영화 제작에도 특수효과</a:t>
            </a:r>
            <a:endParaRPr lang="en-US" altLang="ko-KR" dirty="0"/>
          </a:p>
          <a:p>
            <a:r>
              <a:rPr lang="ko-KR" altLang="en-US" dirty="0"/>
              <a:t>미국 </a:t>
            </a:r>
            <a:r>
              <a:rPr lang="ko-KR" altLang="en-US" dirty="0" err="1"/>
              <a:t>크레이</a:t>
            </a:r>
            <a:r>
              <a:rPr lang="en-US" altLang="ko-KR" dirty="0"/>
              <a:t>(Cray Inc) </a:t>
            </a:r>
            <a:r>
              <a:rPr lang="ko-KR" altLang="en-US" dirty="0"/>
              <a:t>사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93B5E-8D19-4891-95C6-35B881E856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처리량이 방대한 작업을 빠른 연산 속도로 처리하기 위해 설계된 과학 기술 계산 전용의 컴퓨터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70707-72E0-4E03-9FE7-B9B2952B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1026" name="Picture 2" descr="https://www.top500.org/static/media/uploads/cray-xc50.png">
            <a:extLst>
              <a:ext uri="{FF2B5EF4-FFF2-40B4-BE49-F238E27FC236}">
                <a16:creationId xmlns:a16="http://schemas.microsoft.com/office/drawing/2014/main" id="{D7A9737F-EE88-46D4-BA91-1272A1234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223" y="3306292"/>
            <a:ext cx="5066093" cy="2285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199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9FCB8-71E6-496C-8C14-FD7CF8A0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메인프레임과</a:t>
            </a:r>
            <a:r>
              <a:rPr lang="ko-KR" altLang="en-US" dirty="0"/>
              <a:t> 미니컴퓨터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5D2D0-9C4D-4546-B2CE-008EA3943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메인프레임</a:t>
            </a:r>
            <a:endParaRPr lang="en-US" altLang="ko-KR" dirty="0"/>
          </a:p>
          <a:p>
            <a:pPr lvl="1"/>
            <a:r>
              <a:rPr lang="ko-KR" altLang="en-US" dirty="0"/>
              <a:t>다수의 사용자가 함께 쓸 수 있는 대형 컴퓨터 </a:t>
            </a:r>
            <a:endParaRPr lang="en-US" altLang="ko-KR" dirty="0"/>
          </a:p>
          <a:p>
            <a:pPr lvl="2"/>
            <a:r>
              <a:rPr lang="ko-KR" altLang="en-US" dirty="0"/>
              <a:t>기억 용량이 크고 많은 입출력 장치를 신속히 제어</a:t>
            </a:r>
            <a:endParaRPr lang="en-US" altLang="ko-KR" dirty="0"/>
          </a:p>
          <a:p>
            <a:pPr lvl="1"/>
            <a:r>
              <a:rPr lang="ko-KR" altLang="en-US" dirty="0"/>
              <a:t>다량의 단말기를 연결해 사용됨 </a:t>
            </a:r>
            <a:endParaRPr lang="en-US" altLang="ko-KR" dirty="0"/>
          </a:p>
          <a:p>
            <a:pPr lvl="2"/>
            <a:r>
              <a:rPr lang="ko-KR" altLang="en-US" dirty="0"/>
              <a:t>주로 대기업이나 은행의 업무 처리</a:t>
            </a:r>
            <a:r>
              <a:rPr lang="en-US" altLang="ko-KR" dirty="0"/>
              <a:t>, </a:t>
            </a:r>
            <a:r>
              <a:rPr lang="ko-KR" altLang="en-US" dirty="0"/>
              <a:t>대학교나 연구소 등의 실습실이나 연구실</a:t>
            </a:r>
            <a:endParaRPr lang="en-US" altLang="ko-KR" dirty="0"/>
          </a:p>
          <a:p>
            <a:r>
              <a:rPr lang="ko-KR" altLang="en-US" dirty="0"/>
              <a:t>미니컴퓨터</a:t>
            </a:r>
            <a:endParaRPr lang="en-US" altLang="ko-KR" dirty="0"/>
          </a:p>
          <a:p>
            <a:pPr lvl="1"/>
            <a:r>
              <a:rPr lang="ko-KR" altLang="en-US" dirty="0"/>
              <a:t>성능과 크기 면에서 </a:t>
            </a:r>
            <a:r>
              <a:rPr lang="ko-KR" altLang="en-US" dirty="0" err="1"/>
              <a:t>메인프레임과</a:t>
            </a:r>
            <a:br>
              <a:rPr lang="en-US" altLang="ko-KR" dirty="0"/>
            </a:br>
            <a:r>
              <a:rPr lang="ko-KR" altLang="en-US" dirty="0"/>
              <a:t>마이크로컴퓨터 사이의 컴퓨터</a:t>
            </a:r>
            <a:endParaRPr lang="en-US" altLang="ko-KR" dirty="0"/>
          </a:p>
          <a:p>
            <a:pPr lvl="1"/>
            <a:r>
              <a:rPr lang="ko-KR" altLang="en-US" dirty="0"/>
              <a:t>현재는 </a:t>
            </a:r>
            <a:r>
              <a:rPr lang="ko-KR" altLang="en-US" dirty="0" err="1"/>
              <a:t>메임프레임과</a:t>
            </a:r>
            <a:br>
              <a:rPr lang="en-US" altLang="ko-KR" dirty="0"/>
            </a:br>
            <a:r>
              <a:rPr lang="ko-KR" altLang="en-US" dirty="0"/>
              <a:t>미니컴퓨터의 구분이 모호</a:t>
            </a:r>
            <a:endParaRPr lang="en-US" altLang="ko-KR" dirty="0"/>
          </a:p>
          <a:p>
            <a:pPr lvl="1"/>
            <a:r>
              <a:rPr lang="ko-KR" altLang="en-US" dirty="0"/>
              <a:t>가격 면에서 </a:t>
            </a:r>
            <a:r>
              <a:rPr lang="ko-KR" altLang="en-US" dirty="0" err="1"/>
              <a:t>메인프레임보다</a:t>
            </a:r>
            <a:br>
              <a:rPr lang="en-US" altLang="ko-KR" dirty="0"/>
            </a:br>
            <a:r>
              <a:rPr lang="ko-KR" altLang="en-US" dirty="0"/>
              <a:t>저렴한 중형컴퓨터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5A5396-A9F8-4E71-BFEC-B463C5718DB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메인프레임은</a:t>
            </a:r>
            <a:r>
              <a:rPr lang="ko-KR" altLang="en-US" dirty="0"/>
              <a:t> 대형컴퓨터</a:t>
            </a:r>
            <a:r>
              <a:rPr lang="en-US" altLang="ko-KR" dirty="0"/>
              <a:t>, </a:t>
            </a:r>
            <a:r>
              <a:rPr lang="ko-KR" altLang="en-US" dirty="0"/>
              <a:t>미미컴퓨터는 중형컴퓨터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9BFB58-8475-417A-A3B8-AB166777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F449CA-7E1B-4C96-BAD5-3D0ADB872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396" y="3407416"/>
            <a:ext cx="5738408" cy="274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08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3240A-82FA-4BA0-9B01-9E6DEB6D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워크스테이션과 마이크로컴퓨터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E1DC1E-360B-45F7-9EEE-243107C32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워크스테이션</a:t>
            </a:r>
          </a:p>
          <a:p>
            <a:pPr lvl="1"/>
            <a:r>
              <a:rPr lang="ko-KR" altLang="en-US" dirty="0"/>
              <a:t>양질의 그래픽 환경을 제공하여 개인용으로 사용하는 컴퓨터</a:t>
            </a:r>
          </a:p>
          <a:p>
            <a:pPr lvl="2"/>
            <a:r>
              <a:rPr lang="ko-KR" altLang="en-US" dirty="0"/>
              <a:t>컴퓨터 그래픽 분야에 주로 이용 </a:t>
            </a:r>
            <a:endParaRPr lang="en-US" altLang="ko-KR" dirty="0"/>
          </a:p>
          <a:p>
            <a:pPr lvl="3"/>
            <a:r>
              <a:rPr lang="ko-KR" altLang="en-US" dirty="0"/>
              <a:t>자동차 및 항공기 또는 여러 기계의 고급 설계와 삼차원 모델링</a:t>
            </a:r>
            <a:r>
              <a:rPr lang="en-US" altLang="ko-KR" dirty="0"/>
              <a:t>, </a:t>
            </a:r>
            <a:r>
              <a:rPr lang="ko-KR" altLang="en-US" dirty="0" err="1"/>
              <a:t>에니메이션</a:t>
            </a:r>
            <a:r>
              <a:rPr lang="ko-KR" altLang="en-US" dirty="0"/>
              <a:t> 등</a:t>
            </a:r>
            <a:endParaRPr lang="en-US" altLang="ko-KR" dirty="0"/>
          </a:p>
          <a:p>
            <a:pPr lvl="1"/>
            <a:r>
              <a:rPr lang="ko-KR" altLang="en-US" dirty="0"/>
              <a:t>개인용 </a:t>
            </a:r>
            <a:r>
              <a:rPr lang="en-US" altLang="ko-KR" dirty="0"/>
              <a:t>PC</a:t>
            </a:r>
            <a:r>
              <a:rPr lang="ko-KR" altLang="en-US" dirty="0"/>
              <a:t>의 성장과 성능 향상으로 워크스테이션의 명성은 예전 같지 않음</a:t>
            </a:r>
          </a:p>
          <a:p>
            <a:r>
              <a:rPr lang="ko-KR" altLang="en-US" dirty="0"/>
              <a:t>마이크로컴퓨터</a:t>
            </a:r>
          </a:p>
          <a:p>
            <a:pPr lvl="1"/>
            <a:r>
              <a:rPr lang="ko-KR" altLang="en-US" dirty="0"/>
              <a:t>오늘날 사무실의 책상과 가정에 모두 보급되어 있는 개인용 컴퓨터를 말함</a:t>
            </a:r>
            <a:endParaRPr lang="en-US" altLang="ko-KR" dirty="0"/>
          </a:p>
          <a:p>
            <a:pPr lvl="1"/>
            <a:r>
              <a:rPr lang="ko-KR" altLang="en-US" dirty="0"/>
              <a:t>개인용 컴퓨터의 성능은 워크스테이션을 능가하여 워크스테이션과 개인용 컴퓨터의 구분이 모호해짐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9F76E7-CA0C-45A5-9280-40617656102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워크스테이션은 강력한 개인용 컴퓨터이며</a:t>
            </a:r>
            <a:r>
              <a:rPr lang="en-US" altLang="ko-KR" dirty="0"/>
              <a:t>, </a:t>
            </a:r>
            <a:r>
              <a:rPr lang="ko-KR" altLang="en-US" dirty="0"/>
              <a:t>마이크로컴퓨터는 데스크탑 컴퓨터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FDBE9E-4E08-421A-AD99-D3081D55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9B32F3-1646-4F7A-B5F9-5F91DC964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755" y="4502554"/>
            <a:ext cx="5687252" cy="225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17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92367-B60E-421E-B184-2A634F9A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실험용 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EF4EB7-02E9-4820-AB63-064E8EFEA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</a:t>
            </a:r>
            <a:r>
              <a:rPr lang="ko-KR" altLang="en-US" dirty="0"/>
              <a:t> 파이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www.raspberrypi.org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CPU</a:t>
            </a:r>
            <a:r>
              <a:rPr lang="ko-KR" altLang="en-US" dirty="0"/>
              <a:t>는 </a:t>
            </a:r>
            <a:r>
              <a:rPr lang="en-US" altLang="ko-KR" dirty="0"/>
              <a:t>ARM </a:t>
            </a:r>
            <a:r>
              <a:rPr lang="ko-KR" altLang="en-US" dirty="0"/>
              <a:t>프로세서를 사용</a:t>
            </a:r>
            <a:r>
              <a:rPr lang="en-US" altLang="ko-KR" dirty="0"/>
              <a:t>, </a:t>
            </a:r>
            <a:r>
              <a:rPr lang="ko-KR" altLang="en-US" dirty="0"/>
              <a:t>운영체제는 리눅스를 사용</a:t>
            </a:r>
            <a:endParaRPr lang="en-US" altLang="ko-KR" dirty="0"/>
          </a:p>
          <a:p>
            <a:pPr lvl="1"/>
            <a:r>
              <a:rPr lang="ko-KR" altLang="en-US" dirty="0"/>
              <a:t>초소형 보드 위에 그래픽 프로세서</a:t>
            </a:r>
            <a:r>
              <a:rPr lang="en-US" altLang="ko-KR" dirty="0"/>
              <a:t>, </a:t>
            </a:r>
            <a:r>
              <a:rPr lang="ko-KR" altLang="en-US" dirty="0"/>
              <a:t>이더넷</a:t>
            </a:r>
            <a:r>
              <a:rPr lang="en-US" altLang="ko-KR" dirty="0"/>
              <a:t> </a:t>
            </a:r>
            <a:r>
              <a:rPr lang="ko-KR" altLang="en-US" dirty="0"/>
              <a:t>외부 기기의 연결을 위한 핀과 포트</a:t>
            </a:r>
            <a:endParaRPr lang="en-US" altLang="ko-KR" dirty="0"/>
          </a:p>
          <a:p>
            <a:pPr lvl="2"/>
            <a:r>
              <a:rPr lang="ko-KR" altLang="en-US" dirty="0"/>
              <a:t>하드 디스크 드라이브는 내장하지 않음</a:t>
            </a:r>
            <a:endParaRPr lang="en-US" altLang="ko-KR" dirty="0"/>
          </a:p>
          <a:p>
            <a:pPr lvl="2"/>
            <a:r>
              <a:rPr lang="en-US" altLang="ko-KR" dirty="0"/>
              <a:t>SD(Secure Digital) </a:t>
            </a:r>
            <a:r>
              <a:rPr lang="ko-KR" altLang="en-US" dirty="0"/>
              <a:t>카드 슬롯이 제공되어 </a:t>
            </a:r>
            <a:r>
              <a:rPr lang="en-US" altLang="ko-KR" dirty="0"/>
              <a:t>SD </a:t>
            </a:r>
            <a:r>
              <a:rPr lang="ko-KR" altLang="en-US" dirty="0"/>
              <a:t>카드를 외부 기억장치로 사용</a:t>
            </a:r>
            <a:endParaRPr lang="en-US" altLang="ko-KR" dirty="0"/>
          </a:p>
          <a:p>
            <a:pPr lvl="1"/>
            <a:r>
              <a:rPr lang="ko-KR" altLang="en-US" dirty="0"/>
              <a:t>일반 데스크톱과 같은 모든 일 처리 가능</a:t>
            </a:r>
            <a:endParaRPr lang="en-US" altLang="ko-KR" dirty="0"/>
          </a:p>
          <a:p>
            <a:pPr lvl="2"/>
            <a:r>
              <a:rPr lang="ko-KR" altLang="en-US" dirty="0" err="1"/>
              <a:t>라즈베리</a:t>
            </a:r>
            <a:r>
              <a:rPr lang="ko-KR" altLang="en-US" dirty="0"/>
              <a:t> 파이의 </a:t>
            </a:r>
            <a:r>
              <a:rPr lang="en-US" altLang="ko-KR" dirty="0"/>
              <a:t>HDMI(High-Definition Multimedia Interface) </a:t>
            </a:r>
            <a:r>
              <a:rPr lang="ko-KR" altLang="en-US" dirty="0"/>
              <a:t>단자에 모니터나 </a:t>
            </a:r>
            <a:r>
              <a:rPr lang="en-US" altLang="ko-KR" dirty="0"/>
              <a:t>TV </a:t>
            </a:r>
            <a:r>
              <a:rPr lang="ko-KR" altLang="en-US" dirty="0"/>
              <a:t>연결 </a:t>
            </a:r>
            <a:endParaRPr lang="en-US" altLang="ko-KR" dirty="0"/>
          </a:p>
          <a:p>
            <a:pPr lvl="2"/>
            <a:r>
              <a:rPr lang="en-US" altLang="ko-KR" dirty="0"/>
              <a:t>USB </a:t>
            </a:r>
            <a:r>
              <a:rPr lang="ko-KR" altLang="en-US" dirty="0"/>
              <a:t>단자에 키보드와 마우스를 연결하며</a:t>
            </a:r>
            <a:endParaRPr lang="en-US" altLang="ko-KR" dirty="0"/>
          </a:p>
          <a:p>
            <a:pPr lvl="2"/>
            <a:r>
              <a:rPr lang="ko-KR" altLang="en-US" dirty="0"/>
              <a:t>운영체제 리눅스가 설치된 </a:t>
            </a:r>
            <a:r>
              <a:rPr lang="en-US" altLang="ko-KR" dirty="0"/>
              <a:t>SD</a:t>
            </a:r>
            <a:r>
              <a:rPr lang="ko-KR" altLang="en-US" dirty="0"/>
              <a:t>카드를 연결하여 부팅</a:t>
            </a:r>
            <a:endParaRPr lang="en-US" altLang="ko-KR" dirty="0"/>
          </a:p>
          <a:p>
            <a:pPr lvl="1"/>
            <a:r>
              <a:rPr lang="en-US" altLang="ko-KR" dirty="0"/>
              <a:t>256MB </a:t>
            </a:r>
            <a:r>
              <a:rPr lang="ko-KR" altLang="en-US" dirty="0"/>
              <a:t>메모리의 모델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512MB </a:t>
            </a:r>
            <a:r>
              <a:rPr lang="ko-KR" altLang="en-US" dirty="0"/>
              <a:t>메모리의 모델 </a:t>
            </a:r>
            <a:r>
              <a:rPr lang="en-US" altLang="ko-KR" dirty="0"/>
              <a:t>B</a:t>
            </a:r>
          </a:p>
          <a:p>
            <a:r>
              <a:rPr lang="ko-KR" altLang="en-US" dirty="0" err="1"/>
              <a:t>라즈베이</a:t>
            </a:r>
            <a:r>
              <a:rPr lang="ko-KR" altLang="en-US" dirty="0"/>
              <a:t> 파이는 다양한 분야에서 활용할 수 있는 무한한 잠재력</a:t>
            </a:r>
            <a:endParaRPr lang="en-US" altLang="ko-KR" dirty="0"/>
          </a:p>
          <a:p>
            <a:pPr lvl="1"/>
            <a:r>
              <a:rPr lang="ko-KR" altLang="en-US" dirty="0"/>
              <a:t>프로그래밍 언어인 파이썬</a:t>
            </a:r>
            <a:r>
              <a:rPr lang="en-US" altLang="ko-KR" dirty="0"/>
              <a:t>, </a:t>
            </a:r>
            <a:r>
              <a:rPr lang="ko-KR" altLang="en-US" dirty="0"/>
              <a:t>자바</a:t>
            </a:r>
            <a:r>
              <a:rPr lang="en-US" altLang="ko-KR" dirty="0"/>
              <a:t>, </a:t>
            </a:r>
            <a:r>
              <a:rPr lang="ko-KR" altLang="en-US" dirty="0"/>
              <a:t>베이직</a:t>
            </a:r>
            <a:r>
              <a:rPr lang="en-US" altLang="ko-KR" dirty="0"/>
              <a:t>, </a:t>
            </a:r>
            <a:r>
              <a:rPr lang="ko-KR" altLang="en-US" dirty="0"/>
              <a:t>펄</a:t>
            </a:r>
            <a:r>
              <a:rPr lang="en-US" altLang="ko-KR" dirty="0"/>
              <a:t>, C </a:t>
            </a:r>
            <a:r>
              <a:rPr lang="ko-KR" altLang="en-US" dirty="0"/>
              <a:t>등을 사용</a:t>
            </a:r>
            <a:endParaRPr lang="en-US" altLang="ko-KR" dirty="0"/>
          </a:p>
          <a:p>
            <a:pPr lvl="1"/>
            <a:r>
              <a:rPr lang="en-US" altLang="ko-KR" dirty="0"/>
              <a:t>2012</a:t>
            </a:r>
            <a:r>
              <a:rPr lang="ko-KR" altLang="en-US" dirty="0"/>
              <a:t>년 컴퓨터 과학 교육 증진을 위해 발매된 이후 전 세계적으로 </a:t>
            </a:r>
            <a:r>
              <a:rPr lang="en-US" altLang="ko-KR" dirty="0"/>
              <a:t>300</a:t>
            </a:r>
            <a:r>
              <a:rPr lang="ko-KR" altLang="en-US" dirty="0"/>
              <a:t>만 대 이상 판매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6F536D-B825-4E7A-B5B6-9CF9659F9FF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학교나 실험실에서 활용할 수 있는 개발 실험용 컴퓨터 또는 </a:t>
            </a:r>
            <a:r>
              <a:rPr lang="ko-KR" altLang="en-US" dirty="0" err="1"/>
              <a:t>마이크로컨트롤러를</a:t>
            </a:r>
            <a:r>
              <a:rPr lang="ko-KR" altLang="en-US" dirty="0"/>
              <a:t> 내장한 보드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F01790-E0A1-47E8-9F56-AE3AC1BE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919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54EEA-A19E-4354-8C7E-9233BFB2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262FD-44E5-4517-856E-AD693F2C2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보드</a:t>
            </a:r>
            <a:r>
              <a:rPr lang="en-US" altLang="ko-KR" dirty="0"/>
              <a:t>: </a:t>
            </a:r>
            <a:r>
              <a:rPr lang="ko-KR" altLang="en-US" dirty="0"/>
              <a:t>하드웨어와 소프트웨어 기반의 ‘오픈 소스 전자 플랫폼</a:t>
            </a:r>
            <a:r>
              <a:rPr lang="en-US" altLang="ko-KR" dirty="0"/>
              <a:t>’</a:t>
            </a:r>
          </a:p>
          <a:p>
            <a:pPr lvl="1"/>
            <a:r>
              <a:rPr lang="ko-KR" altLang="en-US" dirty="0"/>
              <a:t>다양한 센서나 부품 등의 장치를 연결할 수 있도록 인터페이스를 제공</a:t>
            </a:r>
            <a:endParaRPr lang="en-US" altLang="ko-KR" dirty="0"/>
          </a:p>
          <a:p>
            <a:pPr lvl="1"/>
            <a:r>
              <a:rPr lang="ko-KR" altLang="en-US" dirty="0"/>
              <a:t>손쉽게 컴퓨터와 연결해 소프트웨어를 </a:t>
            </a:r>
            <a:r>
              <a:rPr lang="ko-KR" altLang="en-US" dirty="0" err="1"/>
              <a:t>로드하면</a:t>
            </a:r>
            <a:r>
              <a:rPr lang="ko-KR" altLang="en-US" dirty="0"/>
              <a:t> 동작하도록 구성</a:t>
            </a:r>
            <a:endParaRPr lang="en-US" altLang="ko-KR" dirty="0"/>
          </a:p>
          <a:p>
            <a:pPr lvl="2"/>
            <a:r>
              <a:rPr lang="ko-KR" altLang="en-US" dirty="0" err="1"/>
              <a:t>아두이노의</a:t>
            </a:r>
            <a:r>
              <a:rPr lang="ko-KR" altLang="en-US" dirty="0"/>
              <a:t> </a:t>
            </a:r>
            <a:r>
              <a:rPr lang="en-US" altLang="ko-KR" dirty="0"/>
              <a:t>USB </a:t>
            </a:r>
            <a:r>
              <a:rPr lang="ko-KR" altLang="en-US" dirty="0"/>
              <a:t>단자에 컴퓨터를 연결한 후</a:t>
            </a:r>
            <a:endParaRPr lang="en-US" altLang="ko-KR" dirty="0"/>
          </a:p>
          <a:p>
            <a:pPr lvl="2"/>
            <a:r>
              <a:rPr lang="ko-KR" altLang="en-US" dirty="0" err="1"/>
              <a:t>아두이노</a:t>
            </a:r>
            <a:r>
              <a:rPr lang="ko-KR" altLang="en-US" dirty="0"/>
              <a:t> 전용 소프트웨어 개발을 위한 통합개발환경</a:t>
            </a:r>
            <a:r>
              <a:rPr lang="en-US" altLang="ko-KR" dirty="0"/>
              <a:t>(IDE)</a:t>
            </a:r>
            <a:r>
              <a:rPr lang="ko-KR" altLang="en-US" dirty="0"/>
              <a:t>에서 프로그램을 작성한 후</a:t>
            </a:r>
            <a:endParaRPr lang="en-US" altLang="ko-KR" dirty="0"/>
          </a:p>
          <a:p>
            <a:pPr lvl="2"/>
            <a:r>
              <a:rPr lang="ko-KR" altLang="en-US" dirty="0"/>
              <a:t>실행하면 </a:t>
            </a:r>
            <a:r>
              <a:rPr lang="ko-KR" altLang="en-US" dirty="0" err="1"/>
              <a:t>아두이노가</a:t>
            </a:r>
            <a:r>
              <a:rPr lang="ko-KR" altLang="en-US" dirty="0"/>
              <a:t> 작동</a:t>
            </a:r>
            <a:endParaRPr lang="en-US" altLang="ko-KR" dirty="0"/>
          </a:p>
          <a:p>
            <a:r>
              <a:rPr lang="ko-KR" altLang="en-US" dirty="0" err="1"/>
              <a:t>아두이노</a:t>
            </a:r>
            <a:r>
              <a:rPr lang="ko-KR" altLang="en-US" dirty="0"/>
              <a:t> 인기 이유</a:t>
            </a:r>
            <a:endParaRPr lang="en-US" altLang="ko-KR" dirty="0"/>
          </a:p>
          <a:p>
            <a:pPr lvl="1"/>
            <a:r>
              <a:rPr lang="ko-KR" altLang="en-US" dirty="0"/>
              <a:t>다양한 입출력 장치를 연결하여 </a:t>
            </a:r>
            <a:r>
              <a:rPr lang="ko-KR" altLang="en-US" dirty="0" err="1"/>
              <a:t>마이크로컨트롤러를</a:t>
            </a:r>
            <a:r>
              <a:rPr lang="ko-KR" altLang="en-US" dirty="0"/>
              <a:t> 쉽게 동작 가능</a:t>
            </a:r>
            <a:endParaRPr lang="en-US" altLang="ko-KR" dirty="0"/>
          </a:p>
          <a:p>
            <a:pPr lvl="1"/>
            <a:r>
              <a:rPr lang="ko-KR" altLang="en-US" dirty="0" err="1"/>
              <a:t>아두이노는</a:t>
            </a:r>
            <a:r>
              <a:rPr lang="ko-KR" altLang="en-US" dirty="0"/>
              <a:t> 웨어러블 컴퓨터</a:t>
            </a:r>
            <a:r>
              <a:rPr lang="en-US" altLang="ko-KR" dirty="0"/>
              <a:t>(wearable computer)</a:t>
            </a:r>
            <a:r>
              <a:rPr lang="ko-KR" altLang="en-US" dirty="0"/>
              <a:t>에 활용될 수 있도록 옷에 부착할 수 있는 보드 등 다양한 보드를 제공</a:t>
            </a:r>
            <a:endParaRPr lang="en-US" altLang="ko-KR" dirty="0"/>
          </a:p>
          <a:p>
            <a:r>
              <a:rPr lang="ko-KR" altLang="en-US" dirty="0"/>
              <a:t>가장 기본이 되는 표준 보드</a:t>
            </a:r>
            <a:endParaRPr lang="en-US" altLang="ko-KR" dirty="0"/>
          </a:p>
          <a:p>
            <a:pPr lvl="1"/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err="1"/>
              <a:t>우노</a:t>
            </a:r>
            <a:r>
              <a:rPr lang="en-US" altLang="ko-KR" dirty="0"/>
              <a:t>(UNO)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5CBA2F-0A6F-4D4B-B1CA-08CB0E40EB2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오픈 소스를 기반으로 </a:t>
            </a:r>
            <a:r>
              <a:rPr lang="ko-KR" altLang="en-US" dirty="0" err="1"/>
              <a:t>마이크로컨트롤러</a:t>
            </a:r>
            <a:r>
              <a:rPr lang="en-US" altLang="ko-KR" dirty="0"/>
              <a:t>(micro controller)</a:t>
            </a:r>
            <a:r>
              <a:rPr lang="ko-KR" altLang="en-US" dirty="0"/>
              <a:t>를 내장한 기기 제어용 보드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49EEAE-6D96-44EE-A7E2-AEDDD74E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1840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9628B-519A-445B-8198-CD12C70B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센서	입력장치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5A6B3D-50C5-4882-80DE-D113DE38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7" y="1666786"/>
            <a:ext cx="11868729" cy="4849588"/>
          </a:xfrm>
        </p:spPr>
        <p:txBody>
          <a:bodyPr numCol="3"/>
          <a:lstStyle/>
          <a:p>
            <a:r>
              <a:rPr lang="ko-KR" altLang="en-US" dirty="0"/>
              <a:t>센서</a:t>
            </a:r>
            <a:r>
              <a:rPr lang="en-US" altLang="ko-KR" dirty="0"/>
              <a:t>(sensor)</a:t>
            </a:r>
          </a:p>
          <a:p>
            <a:pPr lvl="1"/>
            <a:r>
              <a:rPr lang="ko-KR" altLang="en-US" dirty="0"/>
              <a:t>온도</a:t>
            </a:r>
            <a:r>
              <a:rPr lang="en-US" altLang="ko-KR" dirty="0"/>
              <a:t>, </a:t>
            </a:r>
            <a:r>
              <a:rPr lang="ko-KR" altLang="en-US" dirty="0"/>
              <a:t>빛</a:t>
            </a:r>
            <a:r>
              <a:rPr lang="en-US" altLang="ko-KR" dirty="0"/>
              <a:t>, </a:t>
            </a:r>
            <a:r>
              <a:rPr lang="ko-KR" altLang="en-US" dirty="0"/>
              <a:t>압력</a:t>
            </a:r>
            <a:r>
              <a:rPr lang="en-US" altLang="ko-KR" dirty="0"/>
              <a:t>, </a:t>
            </a:r>
            <a:r>
              <a:rPr lang="ko-KR" altLang="en-US" dirty="0"/>
              <a:t>습도</a:t>
            </a:r>
            <a:r>
              <a:rPr lang="en-US" altLang="ko-KR" dirty="0"/>
              <a:t>, </a:t>
            </a:r>
            <a:r>
              <a:rPr lang="ko-KR" altLang="en-US" dirty="0"/>
              <a:t>소리 등을 감지하여 처리하기 쉬운 전기 신호로 바꾸어 주는 전자부품 장치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물리센서와 화학센서로</a:t>
            </a:r>
            <a:br>
              <a:rPr lang="en-US" altLang="ko-KR" dirty="0"/>
            </a:br>
            <a:r>
              <a:rPr lang="ko-KR" altLang="en-US" dirty="0"/>
              <a:t>나눔</a:t>
            </a:r>
            <a:endParaRPr lang="en-US" altLang="ko-KR" dirty="0"/>
          </a:p>
          <a:p>
            <a:pPr lvl="1"/>
            <a:r>
              <a:rPr lang="ko-KR" altLang="en-US" dirty="0"/>
              <a:t>물리센서</a:t>
            </a:r>
            <a:endParaRPr lang="en-US" altLang="ko-KR" dirty="0"/>
          </a:p>
          <a:p>
            <a:pPr lvl="2"/>
            <a:r>
              <a:rPr lang="ko-KR" altLang="en-US" dirty="0"/>
              <a:t>빛</a:t>
            </a:r>
            <a:r>
              <a:rPr lang="en-US" altLang="ko-KR" dirty="0"/>
              <a:t>, </a:t>
            </a:r>
            <a:r>
              <a:rPr lang="ko-KR" altLang="en-US" dirty="0"/>
              <a:t>전기</a:t>
            </a:r>
            <a:r>
              <a:rPr lang="en-US" altLang="ko-KR" dirty="0"/>
              <a:t>, </a:t>
            </a:r>
            <a:r>
              <a:rPr lang="ko-KR" altLang="en-US" dirty="0"/>
              <a:t>자기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, </a:t>
            </a:r>
            <a:r>
              <a:rPr lang="ko-KR" altLang="en-US" dirty="0"/>
              <a:t>역학에 관련된 </a:t>
            </a:r>
            <a:r>
              <a:rPr lang="ko-KR" altLang="en-US" dirty="0" err="1"/>
              <a:t>물리량을</a:t>
            </a:r>
            <a:r>
              <a:rPr lang="ko-KR" altLang="en-US" dirty="0"/>
              <a:t> 측정</a:t>
            </a:r>
            <a:endParaRPr lang="en-US" altLang="ko-KR" dirty="0"/>
          </a:p>
          <a:p>
            <a:pPr lvl="1"/>
            <a:r>
              <a:rPr lang="ko-KR" altLang="en-US" dirty="0"/>
              <a:t>화학센서</a:t>
            </a:r>
            <a:endParaRPr lang="en-US" altLang="ko-KR" dirty="0"/>
          </a:p>
          <a:p>
            <a:pPr lvl="2"/>
            <a:r>
              <a:rPr lang="ko-KR" altLang="en-US" dirty="0"/>
              <a:t>기체 및 액체 상태의 화학 성분의 양을 측정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ECA834-568D-4924-855C-007DC74297C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센서를 시험하려면 </a:t>
            </a:r>
            <a:r>
              <a:rPr lang="ko-KR" altLang="en-US" dirty="0" err="1"/>
              <a:t>아두이노나</a:t>
            </a:r>
            <a:r>
              <a:rPr lang="ko-KR" altLang="en-US" dirty="0"/>
              <a:t> </a:t>
            </a:r>
            <a:r>
              <a:rPr lang="ko-KR" altLang="en-US" dirty="0" err="1"/>
              <a:t>라즈베리</a:t>
            </a:r>
            <a:r>
              <a:rPr lang="ko-KR" altLang="en-US" dirty="0"/>
              <a:t> 파이에 연결된 센서 입력장치를 통해 여러 다양한 정보를 입력 받아 필요한 제어를 수행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619B3F-4CA8-4C9F-90D3-5D34F935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7B170D-2BAD-4A4A-BDFA-7B97E0454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558" y="1828800"/>
            <a:ext cx="7517712" cy="449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281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A99F6-0992-43BD-8C11-EBBA0C929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자동차의 센서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07FF2-D887-4FE0-BCE8-0C6C0F887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센서가 많이 활용되는 예</a:t>
            </a:r>
            <a:endParaRPr lang="en-US" altLang="ko-KR" dirty="0"/>
          </a:p>
          <a:p>
            <a:pPr lvl="1"/>
            <a:r>
              <a:rPr lang="ko-KR" altLang="en-US" dirty="0"/>
              <a:t>자동차로 약 </a:t>
            </a:r>
            <a:r>
              <a:rPr lang="en-US" altLang="ko-KR" dirty="0"/>
              <a:t>200~300</a:t>
            </a:r>
            <a:r>
              <a:rPr lang="ko-KR" altLang="en-US" dirty="0"/>
              <a:t>개가 사용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17FD40-BBC8-4668-BA08-7A5FA259D93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향후 자율주행 자동차는 휠씬 많은 센서를 활용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3CD0A5-F047-4BB5-AF87-4843468F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161F-0A2E-4F9B-AD3D-A5F2238EDB11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4092F08-4672-4428-997F-C9E1E63F3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580" y="1525500"/>
            <a:ext cx="6207817" cy="513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42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3371</Words>
  <Application>Microsoft Office PowerPoint</Application>
  <PresentationFormat>와이드스크린</PresentationFormat>
  <Paragraphs>547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47</vt:i4>
      </vt:variant>
    </vt:vector>
  </HeadingPairs>
  <TitlesOfParts>
    <vt:vector size="60" baseType="lpstr">
      <vt:lpstr>DIN-Bold</vt:lpstr>
      <vt:lpstr>DIN-Regular</vt:lpstr>
      <vt:lpstr>YDVYGOStd12</vt:lpstr>
      <vt:lpstr>YDVYGOStd145</vt:lpstr>
      <vt:lpstr>YDVYGOStd15</vt:lpstr>
      <vt:lpstr>나눔고딕 ExtraBold</vt:lpstr>
      <vt:lpstr>맑은 고딕</vt:lpstr>
      <vt:lpstr>Arial</vt:lpstr>
      <vt:lpstr>Tahoma</vt:lpstr>
      <vt:lpstr>Wingdings</vt:lpstr>
      <vt:lpstr>Wingdings 2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컴퓨터의 정의</vt:lpstr>
      <vt:lpstr>컴퓨터의 구성요소</vt:lpstr>
      <vt:lpstr>PowerPoint 프레젠테이션</vt:lpstr>
      <vt:lpstr>키오스크와 POS</vt:lpstr>
      <vt:lpstr>중앙처리장치</vt:lpstr>
      <vt:lpstr>메인 보드</vt:lpstr>
      <vt:lpstr>그래픽 처리 장치(GPU: Graphics Processing Unit)</vt:lpstr>
      <vt:lpstr>모바일 AP</vt:lpstr>
      <vt:lpstr>주기억장치</vt:lpstr>
      <vt:lpstr>보조기억장치</vt:lpstr>
      <vt:lpstr>출력 장치</vt:lpstr>
      <vt:lpstr>3차원(3D) 프린터</vt:lpstr>
      <vt:lpstr>3차원 영상 디스플레이 장치</vt:lpstr>
      <vt:lpstr>PowerPoint 프레젠테이션</vt:lpstr>
      <vt:lpstr>컴퓨터 소프트웨어</vt:lpstr>
      <vt:lpstr>운영체제: Operating System</vt:lpstr>
      <vt:lpstr>PowerPoint 프레젠테이션</vt:lpstr>
      <vt:lpstr>주판과 파스칼의 계산기</vt:lpstr>
      <vt:lpstr>배비지의 분석엔진</vt:lpstr>
      <vt:lpstr>ITStory: 오거스타 에이다</vt:lpstr>
      <vt:lpstr>홀러리스의 천공카드기계</vt:lpstr>
      <vt:lpstr>튜링머신과 프로그램 내장방식</vt:lpstr>
      <vt:lpstr>ABC와 마크-Ⅰ</vt:lpstr>
      <vt:lpstr>앨런 튜링과 봄베</vt:lpstr>
      <vt:lpstr>PowerPoint 프레젠테이션</vt:lpstr>
      <vt:lpstr>진공관을 이용한 제1세대 컴퓨터</vt:lpstr>
      <vt:lpstr>제1세대 컴퓨터: 에니악</vt:lpstr>
      <vt:lpstr>제1세대 컴퓨터: 에드삭과 에드박</vt:lpstr>
      <vt:lpstr>폰 노이만과 프로그램 내장 방식</vt:lpstr>
      <vt:lpstr>트렌지스터를 이용한 제2세대 컴퓨터</vt:lpstr>
      <vt:lpstr>집적회로를 이용한 제3세대 컴퓨터</vt:lpstr>
      <vt:lpstr>고밀도 집적회로를 이용한 제4세대 컴퓨터</vt:lpstr>
      <vt:lpstr>빌 게이츠와 스티브 잡스</vt:lpstr>
      <vt:lpstr>제5세대 컴퓨터와 양자 컴퓨터</vt:lpstr>
      <vt:lpstr>양자 컴퓨터 상용화와 발전</vt:lpstr>
      <vt:lpstr>PowerPoint 프레젠테이션</vt:lpstr>
      <vt:lpstr>슈퍼 컴퓨터</vt:lpstr>
      <vt:lpstr>메인프레임과 미니컴퓨터</vt:lpstr>
      <vt:lpstr>워크스테이션과 마이크로컴퓨터</vt:lpstr>
      <vt:lpstr>개발 실험용 컴퓨터</vt:lpstr>
      <vt:lpstr>아두이노</vt:lpstr>
      <vt:lpstr>센서 입력장치</vt:lpstr>
      <vt:lpstr>자동차의 센서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한석범</dc:creator>
  <cp:lastModifiedBy>강환수</cp:lastModifiedBy>
  <cp:revision>28</cp:revision>
  <dcterms:created xsi:type="dcterms:W3CDTF">2022-01-20T07:08:12Z</dcterms:created>
  <dcterms:modified xsi:type="dcterms:W3CDTF">2022-02-21T06:18:07Z</dcterms:modified>
</cp:coreProperties>
</file>